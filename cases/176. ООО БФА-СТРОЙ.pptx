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9" r:id="rId5"/>
    <p:sldId id="292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965" autoAdjust="0"/>
  </p:normalViewPr>
  <p:slideViewPr>
    <p:cSldViewPr snapToGrid="0">
      <p:cViewPr>
        <p:scale>
          <a:sx n="50" d="100"/>
          <a:sy n="50" d="100"/>
        </p:scale>
        <p:origin x="1284" y="184"/>
      </p:cViewPr>
      <p:guideLst/>
    </p:cSldViewPr>
  </p:slideViewPr>
  <p:notesTextViewPr>
    <p:cViewPr>
      <p:scale>
        <a:sx n="1" d="1"/>
        <a:sy n="1" d="1"/>
      </p:scale>
      <p:origin x="0" y="-24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оропова Анастасия Игоревна" userId="S::toropova_ai@archk.ru::ccf55b8b-4c71-4484-9ef8-91a0cbed1e94" providerId="AD" clId="Web-{3E1E5BA4-5829-1EA0-DC2C-C61A781B2C2F}"/>
    <pc:docChg chg="modSld">
      <pc:chgData name="Торопова Анастасия Игоревна" userId="S::toropova_ai@archk.ru::ccf55b8b-4c71-4484-9ef8-91a0cbed1e94" providerId="AD" clId="Web-{3E1E5BA4-5829-1EA0-DC2C-C61A781B2C2F}" dt="2023-04-04T11:51:17.882" v="16" actId="20577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3E1E5BA4-5829-1EA0-DC2C-C61A781B2C2F}" dt="2023-04-04T11:51:17.882" v="16" actId="20577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3E1E5BA4-5829-1EA0-DC2C-C61A781B2C2F}" dt="2023-04-04T11:51:17.882" v="16" actId="20577"/>
          <ac:spMkLst>
            <pc:docMk/>
            <pc:sldMk cId="1895345874" sldId="2920"/>
            <ac:spMk id="44" creationId="{E4820ECC-3D63-7295-E570-8BEA19B452E1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1:14.163" v="15" actId="14100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0:51.458" v="11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1:04.006" v="13" actId="20577"/>
          <ac:spMkLst>
            <pc:docMk/>
            <pc:sldMk cId="1895345874" sldId="2920"/>
            <ac:spMk id="644" creationId="{00000000-0000-0000-0000-000000000000}"/>
          </ac:spMkLst>
        </pc:spChg>
        <pc:picChg chg="ord">
          <ac:chgData name="Торопова Анастасия Игоревна" userId="S::toropova_ai@archk.ru::ccf55b8b-4c71-4484-9ef8-91a0cbed1e94" providerId="AD" clId="Web-{3E1E5BA4-5829-1EA0-DC2C-C61A781B2C2F}" dt="2023-04-04T11:50:13.752" v="3"/>
          <ac:picMkLst>
            <pc:docMk/>
            <pc:sldMk cId="1895345874" sldId="2920"/>
            <ac:picMk id="19" creationId="{00000000-0000-0000-0000-000000000000}"/>
          </ac:picMkLst>
        </pc:picChg>
      </pc:sldChg>
    </pc:docChg>
  </pc:docChgLst>
  <pc:docChgLst>
    <pc:chgData name="Осипенко Святослав Вячеславович" userId="2989a2a6-3e20-4aab-8dc9-0a51d28f28f4" providerId="ADAL" clId="{1D6D6D9C-1EDB-41EA-957E-B7B7FC186B9C}"/>
    <pc:docChg chg="undo redo custSel modSld">
      <pc:chgData name="Осипенко Святослав Вячеславович" userId="2989a2a6-3e20-4aab-8dc9-0a51d28f28f4" providerId="ADAL" clId="{1D6D6D9C-1EDB-41EA-957E-B7B7FC186B9C}" dt="2024-08-26T10:57:39.966" v="1334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1D6D6D9C-1EDB-41EA-957E-B7B7FC186B9C}" dt="2024-08-26T10:56:36.478" v="1306" actId="20577"/>
        <pc:sldMkLst>
          <pc:docMk/>
          <pc:sldMk cId="0" sldId="269"/>
        </pc:sldMkLst>
        <pc:spChg chg="add del">
          <ac:chgData name="Осипенко Святослав Вячеславович" userId="2989a2a6-3e20-4aab-8dc9-0a51d28f28f4" providerId="ADAL" clId="{1D6D6D9C-1EDB-41EA-957E-B7B7FC186B9C}" dt="2024-08-26T10:08:35.079" v="45" actId="478"/>
          <ac:spMkLst>
            <pc:docMk/>
            <pc:sldMk cId="0" sldId="269"/>
            <ac:spMk id="58" creationId="{085391D7-8489-46E8-BF67-7C46BBC061FD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7:37.304" v="42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4:26.656" v="1166" actId="20577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4:56.790" v="24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5:32.148" v="38" actId="6549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9:42.769" v="50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09.302" v="80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0:47.798" v="62" actId="1076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0:59.787" v="75" actId="1076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2:26.178" v="110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37:44.093" v="275" actId="20577"/>
          <ac:spMkLst>
            <pc:docMk/>
            <pc:sldMk cId="0" sldId="269"/>
            <ac:spMk id="65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16.862" v="88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0.097" v="91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2:03.708" v="106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37:37.083" v="265" actId="20577"/>
          <ac:spMkLst>
            <pc:docMk/>
            <pc:sldMk cId="0" sldId="269"/>
            <ac:spMk id="66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4.802" v="95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9.885" v="100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49.675" v="104" actId="20577"/>
          <ac:spMkLst>
            <pc:docMk/>
            <pc:sldMk cId="0" sldId="269"/>
            <ac:spMk id="667" creationId="{00000000-0000-0000-0000-000000000000}"/>
          </ac:spMkLst>
        </pc:spChg>
        <pc:picChg chg="del">
          <ac:chgData name="Осипенко Святослав Вячеславович" userId="2989a2a6-3e20-4aab-8dc9-0a51d28f28f4" providerId="ADAL" clId="{1D6D6D9C-1EDB-41EA-957E-B7B7FC186B9C}" dt="2024-08-26T10:07:41.502" v="43" actId="478"/>
          <ac:picMkLst>
            <pc:docMk/>
            <pc:sldMk cId="0" sldId="269"/>
            <ac:picMk id="3" creationId="{21468CCD-6542-4531-9C3C-DA401F34EFC0}"/>
          </ac:picMkLst>
        </pc:picChg>
        <pc:picChg chg="add mod">
          <ac:chgData name="Осипенко Святослав Вячеславович" userId="2989a2a6-3e20-4aab-8dc9-0a51d28f28f4" providerId="ADAL" clId="{1D6D6D9C-1EDB-41EA-957E-B7B7FC186B9C}" dt="2024-08-26T10:09:46.225" v="51" actId="1076"/>
          <ac:picMkLst>
            <pc:docMk/>
            <pc:sldMk cId="0" sldId="269"/>
            <ac:picMk id="5" creationId="{7EBD16DF-A74F-45F9-8C4A-6889CD12A972}"/>
          </ac:picMkLst>
        </pc:picChg>
      </pc:sldChg>
      <pc:sldChg chg="addSp delSp modSp mod">
        <pc:chgData name="Осипенко Святослав Вячеславович" userId="2989a2a6-3e20-4aab-8dc9-0a51d28f28f4" providerId="ADAL" clId="{1D6D6D9C-1EDB-41EA-957E-B7B7FC186B9C}" dt="2024-08-26T10:57:39.966" v="1334"/>
        <pc:sldMkLst>
          <pc:docMk/>
          <pc:sldMk cId="1895345874" sldId="2920"/>
        </pc:sldMkLst>
        <pc:spChg chg="mod">
          <ac:chgData name="Осипенко Святослав Вячеславович" userId="2989a2a6-3e20-4aab-8dc9-0a51d28f28f4" providerId="ADAL" clId="{1D6D6D9C-1EDB-41EA-957E-B7B7FC186B9C}" dt="2024-08-26T10:57:29.515" v="1333" actId="1076"/>
          <ac:spMkLst>
            <pc:docMk/>
            <pc:sldMk cId="1895345874" sldId="2920"/>
            <ac:spMk id="3" creationId="{015635A7-9CE0-0943-38C1-9960A709FFFE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13.862" v="1323" actId="20577"/>
          <ac:spMkLst>
            <pc:docMk/>
            <pc:sldMk cId="1895345874" sldId="2920"/>
            <ac:spMk id="5" creationId="{4C8868D4-6A51-6D5C-2469-4C098F3D8B7B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39.966" v="1334"/>
          <ac:spMkLst>
            <pc:docMk/>
            <pc:sldMk cId="1895345874" sldId="2920"/>
            <ac:spMk id="6" creationId="{93B6ADEE-235A-428B-BCDA-D35BB63A60A9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09.472" v="1321" actId="20577"/>
          <ac:spMkLst>
            <pc:docMk/>
            <pc:sldMk cId="1895345874" sldId="2920"/>
            <ac:spMk id="41" creationId="{CE1D24DD-B923-A77A-6F54-AC8CBB150FFA}"/>
          </ac:spMkLst>
        </pc:spChg>
        <pc:picChg chg="del">
          <ac:chgData name="Осипенко Святослав Вячеславович" userId="2989a2a6-3e20-4aab-8dc9-0a51d28f28f4" providerId="ADAL" clId="{1D6D6D9C-1EDB-41EA-957E-B7B7FC186B9C}" dt="2024-08-26T10:56:43.954" v="1307" actId="478"/>
          <ac:picMkLst>
            <pc:docMk/>
            <pc:sldMk cId="1895345874" sldId="2920"/>
            <ac:picMk id="2" creationId="{0EA5EA00-0DD2-C5EF-F92B-57D5B6B3D8C0}"/>
          </ac:picMkLst>
        </pc:picChg>
        <pc:picChg chg="add mod">
          <ac:chgData name="Осипенко Святослав Вячеславович" userId="2989a2a6-3e20-4aab-8dc9-0a51d28f28f4" providerId="ADAL" clId="{1D6D6D9C-1EDB-41EA-957E-B7B7FC186B9C}" dt="2024-08-26T10:56:54.989" v="1311" actId="1076"/>
          <ac:picMkLst>
            <pc:docMk/>
            <pc:sldMk cId="1895345874" sldId="2920"/>
            <ac:picMk id="15" creationId="{1DE003E6-ABDF-46DC-9C90-16F130CB5CEF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5C72C352-229F-3951-45FD-2259BF46AB15}"/>
    <pc:docChg chg="modSld">
      <pc:chgData name="Торопова Анастасия Игоревна" userId="S::toropova_ai@archk.ru::ccf55b8b-4c71-4484-9ef8-91a0cbed1e94" providerId="AD" clId="Web-{5C72C352-229F-3951-45FD-2259BF46AB15}" dt="2023-01-16T11:47:24.013" v="0"/>
      <pc:docMkLst>
        <pc:docMk/>
      </pc:docMkLst>
      <pc:sldChg chg="modSp">
        <pc:chgData name="Торопова Анастасия Игоревна" userId="S::toropova_ai@archk.ru::ccf55b8b-4c71-4484-9ef8-91a0cbed1e94" providerId="AD" clId="Web-{5C72C352-229F-3951-45FD-2259BF46AB15}" dt="2023-01-16T11:47:24.013" v="0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5C72C352-229F-3951-45FD-2259BF46AB15}" dt="2023-01-16T11:47:24.013" v="0"/>
          <ac:spMkLst>
            <pc:docMk/>
            <pc:sldMk cId="1895345874" sldId="2920"/>
            <ac:spMk id="18" creationId="{C22A9093-B536-0C7C-66A6-D7E6C502B6BF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E2FF72E9-5205-82D1-B86B-7C4C8A3D0AC7}"/>
    <pc:docChg chg="modSld">
      <pc:chgData name="Торопова Анастасия Игоревна" userId="S::toropova_ai@archk.ru::ccf55b8b-4c71-4484-9ef8-91a0cbed1e94" providerId="AD" clId="Web-{E2FF72E9-5205-82D1-B86B-7C4C8A3D0AC7}" dt="2023-01-23T11:19:42.694" v="21" actId="1076"/>
      <pc:docMkLst>
        <pc:docMk/>
      </pc:docMkLst>
      <pc:sldChg chg="modSp">
        <pc:chgData name="Торопова Анастасия Игоревна" userId="S::toropova_ai@archk.ru::ccf55b8b-4c71-4484-9ef8-91a0cbed1e94" providerId="AD" clId="Web-{E2FF72E9-5205-82D1-B86B-7C4C8A3D0AC7}" dt="2023-01-23T11:19:42.694" v="21" actId="1076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E2FF72E9-5205-82D1-B86B-7C4C8A3D0AC7}" dt="2023-01-23T11:19:21.115" v="19" actId="14100"/>
          <ac:spMkLst>
            <pc:docMk/>
            <pc:sldMk cId="0" sldId="269"/>
            <ac:spMk id="62" creationId="{51FB38B2-90A5-46D8-9F16-5B596D343557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8:48.834" v="1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10.209" v="18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33.241" v="20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42.694" v="21" actId="1076"/>
          <ac:spMkLst>
            <pc:docMk/>
            <pc:sldMk cId="0" sldId="269"/>
            <ac:spMk id="648" creationId="{00000000-0000-0000-0000-000000000000}"/>
          </ac:spMkLst>
        </pc:spChg>
      </pc:sldChg>
    </pc:docChg>
  </pc:docChgLst>
  <pc:docChgLst>
    <pc:chgData name="Левкина Наталья" userId="430a77c7-2aa0-412b-9874-6952fe3919bd" providerId="ADAL" clId="{7527D0F8-2351-409E-85E7-502C43E78A01}"/>
    <pc:docChg chg="undo custSel modSld">
      <pc:chgData name="Левкина Наталья" userId="430a77c7-2aa0-412b-9874-6952fe3919bd" providerId="ADAL" clId="{7527D0F8-2351-409E-85E7-502C43E78A01}" dt="2021-08-02T17:09:20.761" v="1355" actId="20577"/>
      <pc:docMkLst>
        <pc:docMk/>
      </pc:docMkLst>
      <pc:sldChg chg="addSp delSp modSp mod modNotesTx">
        <pc:chgData name="Левкина Наталья" userId="430a77c7-2aa0-412b-9874-6952fe3919bd" providerId="ADAL" clId="{7527D0F8-2351-409E-85E7-502C43E78A01}" dt="2021-08-02T17:09:20.761" v="1355" actId="20577"/>
        <pc:sldMkLst>
          <pc:docMk/>
          <pc:sldMk cId="2063599093" sldId="2833"/>
        </pc:sldMkLst>
        <pc:spChg chg="mod">
          <ac:chgData name="Левкина Наталья" userId="430a77c7-2aa0-412b-9874-6952fe3919bd" providerId="ADAL" clId="{7527D0F8-2351-409E-85E7-502C43E78A01}" dt="2021-08-02T16:42:27.948" v="2" actId="2711"/>
          <ac:spMkLst>
            <pc:docMk/>
            <pc:sldMk cId="2063599093" sldId="2833"/>
            <ac:spMk id="3" creationId="{1996F597-ED1A-4103-9F4E-D2DEACD91D71}"/>
          </ac:spMkLst>
        </pc:spChg>
        <pc:spChg chg="mod">
          <ac:chgData name="Левкина Наталья" userId="430a77c7-2aa0-412b-9874-6952fe3919bd" providerId="ADAL" clId="{7527D0F8-2351-409E-85E7-502C43E78A01}" dt="2021-08-02T16:48:06.362" v="88" actId="1076"/>
          <ac:spMkLst>
            <pc:docMk/>
            <pc:sldMk cId="2063599093" sldId="2833"/>
            <ac:spMk id="4" creationId="{782F2729-2AC2-4BE6-8123-F2BB08AF81A2}"/>
          </ac:spMkLst>
        </pc:spChg>
        <pc:spChg chg="mod">
          <ac:chgData name="Левкина Наталья" userId="430a77c7-2aa0-412b-9874-6952fe3919bd" providerId="ADAL" clId="{7527D0F8-2351-409E-85E7-502C43E78A01}" dt="2021-08-02T17:07:05.488" v="1273" actId="20577"/>
          <ac:spMkLst>
            <pc:docMk/>
            <pc:sldMk cId="2063599093" sldId="2833"/>
            <ac:spMk id="5" creationId="{545E2BE3-5FEC-49C7-95AF-693E8FC2453E}"/>
          </ac:spMkLst>
        </pc:spChg>
        <pc:spChg chg="mod">
          <ac:chgData name="Левкина Наталья" userId="430a77c7-2aa0-412b-9874-6952fe3919bd" providerId="ADAL" clId="{7527D0F8-2351-409E-85E7-502C43E78A01}" dt="2021-08-02T16:55:10.779" v="398" actId="20577"/>
          <ac:spMkLst>
            <pc:docMk/>
            <pc:sldMk cId="2063599093" sldId="2833"/>
            <ac:spMk id="6" creationId="{3D0E8002-1A96-4868-BC6D-81DC138B56EF}"/>
          </ac:spMkLst>
        </pc:spChg>
        <pc:spChg chg="mod">
          <ac:chgData name="Левкина Наталья" userId="430a77c7-2aa0-412b-9874-6952fe3919bd" providerId="ADAL" clId="{7527D0F8-2351-409E-85E7-502C43E78A01}" dt="2021-08-02T16:46:32.998" v="65" actId="20577"/>
          <ac:spMkLst>
            <pc:docMk/>
            <pc:sldMk cId="2063599093" sldId="2833"/>
            <ac:spMk id="8" creationId="{3FF39FD0-06FC-4ED3-8534-783A1CDE8D3A}"/>
          </ac:spMkLst>
        </pc:spChg>
        <pc:spChg chg="mod">
          <ac:chgData name="Левкина Наталья" userId="430a77c7-2aa0-412b-9874-6952fe3919bd" providerId="ADAL" clId="{7527D0F8-2351-409E-85E7-502C43E78A01}" dt="2021-08-02T16:46:39.792" v="67" actId="20577"/>
          <ac:spMkLst>
            <pc:docMk/>
            <pc:sldMk cId="2063599093" sldId="2833"/>
            <ac:spMk id="9" creationId="{FFACFF3F-7EBD-4ADA-958F-30B3A23E076C}"/>
          </ac:spMkLst>
        </pc:spChg>
        <pc:spChg chg="add del mod">
          <ac:chgData name="Левкина Наталья" userId="430a77c7-2aa0-412b-9874-6952fe3919bd" providerId="ADAL" clId="{7527D0F8-2351-409E-85E7-502C43E78A01}" dt="2021-08-02T16:45:49.569" v="54" actId="478"/>
          <ac:spMkLst>
            <pc:docMk/>
            <pc:sldMk cId="2063599093" sldId="2833"/>
            <ac:spMk id="10" creationId="{161539EF-7B98-4E6E-AD3D-20B3E96E5A47}"/>
          </ac:spMkLst>
        </pc:spChg>
        <pc:spChg chg="mod">
          <ac:chgData name="Левкина Наталья" userId="430a77c7-2aa0-412b-9874-6952fe3919bd" providerId="ADAL" clId="{7527D0F8-2351-409E-85E7-502C43E78A01}" dt="2021-08-02T16:46:17.665" v="60" actId="20577"/>
          <ac:spMkLst>
            <pc:docMk/>
            <pc:sldMk cId="2063599093" sldId="2833"/>
            <ac:spMk id="14" creationId="{9A13A8FB-C30B-41F1-9E7F-76671AD5BE0E}"/>
          </ac:spMkLst>
        </pc:spChg>
        <pc:spChg chg="mod">
          <ac:chgData name="Левкина Наталья" userId="430a77c7-2aa0-412b-9874-6952fe3919bd" providerId="ADAL" clId="{7527D0F8-2351-409E-85E7-502C43E78A01}" dt="2021-08-02T16:46:48.743" v="72" actId="20577"/>
          <ac:spMkLst>
            <pc:docMk/>
            <pc:sldMk cId="2063599093" sldId="2833"/>
            <ac:spMk id="15" creationId="{E64B4561-DBC6-436F-BA29-567821EF7055}"/>
          </ac:spMkLst>
        </pc:spChg>
        <pc:spChg chg="mod">
          <ac:chgData name="Левкина Наталья" userId="430a77c7-2aa0-412b-9874-6952fe3919bd" providerId="ADAL" clId="{7527D0F8-2351-409E-85E7-502C43E78A01}" dt="2021-08-02T16:46:53.545" v="74" actId="20577"/>
          <ac:spMkLst>
            <pc:docMk/>
            <pc:sldMk cId="2063599093" sldId="2833"/>
            <ac:spMk id="16" creationId="{7DEA4181-A73A-4D52-8707-EB6A6FFB587C}"/>
          </ac:spMkLst>
        </pc:spChg>
        <pc:spChg chg="mod">
          <ac:chgData name="Левкина Наталья" userId="430a77c7-2aa0-412b-9874-6952fe3919bd" providerId="ADAL" clId="{7527D0F8-2351-409E-85E7-502C43E78A01}" dt="2021-08-02T16:46:56.527" v="75" actId="20577"/>
          <ac:spMkLst>
            <pc:docMk/>
            <pc:sldMk cId="2063599093" sldId="2833"/>
            <ac:spMk id="17" creationId="{44B829EE-A691-4217-9749-FB690CCB5D97}"/>
          </ac:spMkLst>
        </pc:spChg>
        <pc:spChg chg="mod">
          <ac:chgData name="Левкина Наталья" userId="430a77c7-2aa0-412b-9874-6952fe3919bd" providerId="ADAL" clId="{7527D0F8-2351-409E-85E7-502C43E78A01}" dt="2021-08-02T16:47:50.939" v="80" actId="20577"/>
          <ac:spMkLst>
            <pc:docMk/>
            <pc:sldMk cId="2063599093" sldId="2833"/>
            <ac:spMk id="18" creationId="{6C89CAB4-74EC-46A3-AB4C-D9919DFF564E}"/>
          </ac:spMkLst>
        </pc:spChg>
        <pc:spChg chg="mod">
          <ac:chgData name="Левкина Наталья" userId="430a77c7-2aa0-412b-9874-6952fe3919bd" providerId="ADAL" clId="{7527D0F8-2351-409E-85E7-502C43E78A01}" dt="2021-08-02T16:47:54.288" v="83" actId="20577"/>
          <ac:spMkLst>
            <pc:docMk/>
            <pc:sldMk cId="2063599093" sldId="2833"/>
            <ac:spMk id="19" creationId="{B30D6E46-FB46-4D78-9117-EC3CC74D9263}"/>
          </ac:spMkLst>
        </pc:spChg>
        <pc:spChg chg="mod">
          <ac:chgData name="Левкина Наталья" userId="430a77c7-2aa0-412b-9874-6952fe3919bd" providerId="ADAL" clId="{7527D0F8-2351-409E-85E7-502C43E78A01}" dt="2021-08-02T16:47:21.138" v="77" actId="20577"/>
          <ac:spMkLst>
            <pc:docMk/>
            <pc:sldMk cId="2063599093" sldId="2833"/>
            <ac:spMk id="20" creationId="{545B1C1C-6C1E-4263-9AE5-2D144251B7B8}"/>
          </ac:spMkLst>
        </pc:spChg>
        <pc:spChg chg="mod">
          <ac:chgData name="Левкина Наталья" userId="430a77c7-2aa0-412b-9874-6952fe3919bd" providerId="ADAL" clId="{7527D0F8-2351-409E-85E7-502C43E78A01}" dt="2021-08-02T16:48:47.902" v="89" actId="20577"/>
          <ac:spMkLst>
            <pc:docMk/>
            <pc:sldMk cId="2063599093" sldId="2833"/>
            <ac:spMk id="21" creationId="{BAF985E5-0E92-4C15-94F2-C31960010CFD}"/>
          </ac:spMkLst>
        </pc:spChg>
        <pc:picChg chg="del">
          <ac:chgData name="Левкина Наталья" userId="430a77c7-2aa0-412b-9874-6952fe3919bd" providerId="ADAL" clId="{7527D0F8-2351-409E-85E7-502C43E78A01}" dt="2021-08-02T16:45:27.495" v="49" actId="478"/>
          <ac:picMkLst>
            <pc:docMk/>
            <pc:sldMk cId="2063599093" sldId="2833"/>
            <ac:picMk id="23" creationId="{9214E9D7-4978-4392-BB42-0081D16DA808}"/>
          </ac:picMkLst>
        </pc:picChg>
        <pc:picChg chg="add mod">
          <ac:chgData name="Левкина Наталья" userId="430a77c7-2aa0-412b-9874-6952fe3919bd" providerId="ADAL" clId="{7527D0F8-2351-409E-85E7-502C43E78A01}" dt="2021-08-02T16:45:55.264" v="57" actId="1076"/>
          <ac:picMkLst>
            <pc:docMk/>
            <pc:sldMk cId="2063599093" sldId="2833"/>
            <ac:picMk id="24" creationId="{BAA6B6DF-B2CC-4B78-B77C-B80CB81B2047}"/>
          </ac:picMkLst>
        </pc:picChg>
        <pc:picChg chg="add mod">
          <ac:chgData name="Левкина Наталья" userId="430a77c7-2aa0-412b-9874-6952fe3919bd" providerId="ADAL" clId="{7527D0F8-2351-409E-85E7-502C43E78A01}" dt="2021-08-02T16:45:56.613" v="58" actId="1076"/>
          <ac:picMkLst>
            <pc:docMk/>
            <pc:sldMk cId="2063599093" sldId="2833"/>
            <ac:picMk id="25" creationId="{E5F990A6-5AAC-4C4E-8330-CF447497C220}"/>
          </ac:picMkLst>
        </pc:picChg>
      </pc:sldChg>
    </pc:docChg>
  </pc:docChgLst>
  <pc:docChgLst>
    <pc:chgData name="Дмитриев Федор" userId="S::dmitriev_fr@archk.ru::46b52d77-667a-4132-a5fa-3abe87f4a430" providerId="AD" clId="Web-{9C035472-5A33-C2FB-A233-17A76D6F8947}"/>
    <pc:docChg chg="modSld">
      <pc:chgData name="Дмитриев Федор" userId="S::dmitriev_fr@archk.ru::46b52d77-667a-4132-a5fa-3abe87f4a430" providerId="AD" clId="Web-{9C035472-5A33-C2FB-A233-17A76D6F8947}" dt="2021-12-08T06:02:02.289" v="1" actId="20577"/>
      <pc:docMkLst>
        <pc:docMk/>
      </pc:docMkLst>
      <pc:sldChg chg="modSp">
        <pc:chgData name="Дмитриев Федор" userId="S::dmitriev_fr@archk.ru::46b52d77-667a-4132-a5fa-3abe87f4a430" providerId="AD" clId="Web-{9C035472-5A33-C2FB-A233-17A76D6F8947}" dt="2021-12-08T06:02:02.289" v="1" actId="20577"/>
        <pc:sldMkLst>
          <pc:docMk/>
          <pc:sldMk cId="2063599093" sldId="2833"/>
        </pc:sldMkLst>
        <pc:spChg chg="mod">
          <ac:chgData name="Дмитриев Федор" userId="S::dmitriev_fr@archk.ru::46b52d77-667a-4132-a5fa-3abe87f4a430" providerId="AD" clId="Web-{9C035472-5A33-C2FB-A233-17A76D6F8947}" dt="2021-12-08T06:02:02.289" v="1" actId="20577"/>
          <ac:spMkLst>
            <pc:docMk/>
            <pc:sldMk cId="2063599093" sldId="2833"/>
            <ac:spMk id="2" creationId="{59F4B8FA-C23B-4756-B835-118211CA39F3}"/>
          </ac:spMkLst>
        </pc:spChg>
      </pc:sldChg>
    </pc:docChg>
  </pc:docChgLst>
  <pc:docChgLst>
    <pc:chgData name="Осипенко Святослав Вячеславович" userId="2989a2a6-3e20-4aab-8dc9-0a51d28f28f4" providerId="ADAL" clId="{527CE06F-F21C-4843-BB7C-69FB0C41EEC4}"/>
    <pc:docChg chg="undo custSel modSld">
      <pc:chgData name="Осипенко Святослав Вячеславович" userId="2989a2a6-3e20-4aab-8dc9-0a51d28f28f4" providerId="ADAL" clId="{527CE06F-F21C-4843-BB7C-69FB0C41EEC4}" dt="2024-02-24T08:46:19.331" v="1010" actId="20577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527CE06F-F21C-4843-BB7C-69FB0C41EEC4}" dt="2024-02-24T08:46:19.331" v="1010" actId="20577"/>
        <pc:sldMkLst>
          <pc:docMk/>
          <pc:sldMk cId="0" sldId="269"/>
        </pc:sldMkLst>
        <pc:spChg chg="mod">
          <ac:chgData name="Осипенко Святослав Вячеславович" userId="2989a2a6-3e20-4aab-8dc9-0a51d28f28f4" providerId="ADAL" clId="{527CE06F-F21C-4843-BB7C-69FB0C41EEC4}" dt="2024-02-20T13:38:20.710" v="808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5:38.494" v="779" actId="113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5:51.378" v="790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8:04.950" v="793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2:53:48.028" v="26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2:52:32.385" v="12" actId="1076"/>
          <ac:spMkLst>
            <pc:docMk/>
            <pc:sldMk cId="0" sldId="269"/>
            <ac:spMk id="64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40.613" v="867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53.053" v="872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12.308" v="888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24.195" v="855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29.176" v="861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15.933" v="890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1:00.218" v="879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1:05.015" v="884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20.302" v="894" actId="20577"/>
          <ac:spMkLst>
            <pc:docMk/>
            <pc:sldMk cId="0" sldId="269"/>
            <ac:spMk id="667" creationId="{00000000-0000-0000-0000-000000000000}"/>
          </ac:spMkLst>
        </pc:spChg>
        <pc:picChg chg="add mod modCrop">
          <ac:chgData name="Осипенко Святослав Вячеславович" userId="2989a2a6-3e20-4aab-8dc9-0a51d28f28f4" providerId="ADAL" clId="{527CE06F-F21C-4843-BB7C-69FB0C41EEC4}" dt="2024-02-20T12:52:07.827" v="6" actId="1076"/>
          <ac:picMkLst>
            <pc:docMk/>
            <pc:sldMk cId="0" sldId="269"/>
            <ac:picMk id="3" creationId="{21468CCD-6542-4531-9C3C-DA401F34EFC0}"/>
          </ac:picMkLst>
        </pc:picChg>
        <pc:picChg chg="del">
          <ac:chgData name="Осипенко Святослав Вячеславович" userId="2989a2a6-3e20-4aab-8dc9-0a51d28f28f4" providerId="ADAL" clId="{527CE06F-F21C-4843-BB7C-69FB0C41EEC4}" dt="2024-02-20T12:46:23.767" v="1" actId="478"/>
          <ac:picMkLst>
            <pc:docMk/>
            <pc:sldMk cId="0" sldId="269"/>
            <ac:picMk id="57" creationId="{3A50EB0B-103B-4A3E-9082-1B88AEE0850C}"/>
          </ac:picMkLst>
        </pc:picChg>
        <pc:picChg chg="del">
          <ac:chgData name="Осипенко Святослав Вячеславович" userId="2989a2a6-3e20-4aab-8dc9-0a51d28f28f4" providerId="ADAL" clId="{527CE06F-F21C-4843-BB7C-69FB0C41EEC4}" dt="2024-02-20T12:46:19.420" v="0" actId="478"/>
          <ac:picMkLst>
            <pc:docMk/>
            <pc:sldMk cId="0" sldId="269"/>
            <ac:picMk id="58" creationId="{B885E1F2-2A64-4201-82CA-54254FE4C056}"/>
          </ac:picMkLst>
        </pc:picChg>
      </pc:sldChg>
    </pc:docChg>
  </pc:docChgLst>
  <pc:docChgLst>
    <pc:chgData name="Торопова Анастасия Игоревна" userId="95aaafd3-aa7c-492f-a7df-a919cb5b5516" providerId="ADAL" clId="{8D1FC98A-DDFE-4613-9ADB-2583A109BF33}"/>
    <pc:docChg chg="modSld">
      <pc:chgData name="Торопова Анастасия Игоревна" userId="95aaafd3-aa7c-492f-a7df-a919cb5b5516" providerId="ADAL" clId="{8D1FC98A-DDFE-4613-9ADB-2583A109BF33}" dt="2024-06-10T07:36:19.143" v="20" actId="20577"/>
      <pc:docMkLst>
        <pc:docMk/>
      </pc:docMkLst>
      <pc:sldChg chg="modSp mod">
        <pc:chgData name="Торопова Анастасия Игоревна" userId="95aaafd3-aa7c-492f-a7df-a919cb5b5516" providerId="ADAL" clId="{8D1FC98A-DDFE-4613-9ADB-2583A109BF33}" dt="2024-06-10T07:36:19.143" v="20" actId="20577"/>
        <pc:sldMkLst>
          <pc:docMk/>
          <pc:sldMk cId="0" sldId="269"/>
        </pc:sldMkLst>
        <pc:spChg chg="mod">
          <ac:chgData name="Торопова Анастасия Игоревна" userId="95aaafd3-aa7c-492f-a7df-a919cb5b5516" providerId="ADAL" clId="{8D1FC98A-DDFE-4613-9ADB-2583A109BF33}" dt="2024-06-10T07:36:19.143" v="20" actId="20577"/>
          <ac:spMkLst>
            <pc:docMk/>
            <pc:sldMk cId="0" sldId="269"/>
            <ac:spMk id="62" creationId="{51FB38B2-90A5-46D8-9F16-5B596D343557}"/>
          </ac:spMkLst>
        </pc:spChg>
      </pc:sldChg>
    </pc:docChg>
  </pc:docChgLst>
  <pc:docChgLst>
    <pc:chgData name="Осипенко Святослав Вячеславович" userId="c86cff60-98fb-424b-bb69-33baf9820327" providerId="ADAL" clId="{9CF033B9-B141-4BB7-BFB5-F26A97F58B32}"/>
    <pc:docChg chg="undo redo custSel modSld">
      <pc:chgData name="Осипенко Святослав Вячеславович" userId="c86cff60-98fb-424b-bb69-33baf9820327" providerId="ADAL" clId="{9CF033B9-B141-4BB7-BFB5-F26A97F58B32}" dt="2023-10-25T06:07:32.718" v="1359" actId="1076"/>
      <pc:docMkLst>
        <pc:docMk/>
      </pc:docMkLst>
      <pc:sldChg chg="addSp delSp modSp mod modNotesTx">
        <pc:chgData name="Осипенко Святослав Вячеславович" userId="c86cff60-98fb-424b-bb69-33baf9820327" providerId="ADAL" clId="{9CF033B9-B141-4BB7-BFB5-F26A97F58B32}" dt="2023-10-25T06:05:39.997" v="1324" actId="20578"/>
        <pc:sldMkLst>
          <pc:docMk/>
          <pc:sldMk cId="0" sldId="269"/>
        </pc:sldMkLst>
        <pc:spChg chg="mod">
          <ac:chgData name="Осипенко Святослав Вячеславович" userId="c86cff60-98fb-424b-bb69-33baf9820327" providerId="ADAL" clId="{9CF033B9-B141-4BB7-BFB5-F26A97F58B32}" dt="2023-10-24T10:39:11.021" v="143" actId="27636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5:39.997" v="1324" actId="20578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6:33.685" v="40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8:47.565" v="11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9:58.083" v="153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43.452" v="720" actId="1076"/>
          <ac:spMkLst>
            <pc:docMk/>
            <pc:sldMk cId="0" sldId="269"/>
            <ac:spMk id="646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34.852" v="719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51.127" v="721" actId="1076"/>
          <ac:spMkLst>
            <pc:docMk/>
            <pc:sldMk cId="0" sldId="269"/>
            <ac:spMk id="64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03.929" v="171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08.277" v="175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37.184" v="179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56.170" v="185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59.649" v="189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1:02.980" v="202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0:29.729" v="198" actId="14100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0:09.037" v="197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1:19.302" v="204" actId="20577"/>
          <ac:spMkLst>
            <pc:docMk/>
            <pc:sldMk cId="0" sldId="269"/>
            <ac:spMk id="667" creationId="{00000000-0000-0000-0000-000000000000}"/>
          </ac:spMkLst>
        </pc:spChg>
        <pc:picChg chg="add mod">
          <ac:chgData name="Осипенко Святослав Вячеславович" userId="c86cff60-98fb-424b-bb69-33baf9820327" providerId="ADAL" clId="{9CF033B9-B141-4BB7-BFB5-F26A97F58B32}" dt="2023-10-24T10:41:30.847" v="159" actId="14100"/>
          <ac:picMkLst>
            <pc:docMk/>
            <pc:sldMk cId="0" sldId="269"/>
            <ac:picMk id="57" creationId="{3A50EB0B-103B-4A3E-9082-1B88AEE0850C}"/>
          </ac:picMkLst>
        </pc:picChg>
        <pc:picChg chg="add mod">
          <ac:chgData name="Осипенко Святослав Вячеславович" userId="c86cff60-98fb-424b-bb69-33baf9820327" providerId="ADAL" clId="{9CF033B9-B141-4BB7-BFB5-F26A97F58B32}" dt="2023-10-25T06:04:52.833" v="1317" actId="571"/>
          <ac:picMkLst>
            <pc:docMk/>
            <pc:sldMk cId="0" sldId="269"/>
            <ac:picMk id="58" creationId="{B885E1F2-2A64-4201-82CA-54254FE4C056}"/>
          </ac:picMkLst>
        </pc:picChg>
        <pc:picChg chg="del">
          <ac:chgData name="Осипенко Святослав Вячеславович" userId="c86cff60-98fb-424b-bb69-33baf9820327" providerId="ADAL" clId="{9CF033B9-B141-4BB7-BFB5-F26A97F58B32}" dt="2023-10-24T10:40:02.765" v="154" actId="478"/>
          <ac:picMkLst>
            <pc:docMk/>
            <pc:sldMk cId="0" sldId="269"/>
            <ac:picMk id="61" creationId="{199B7175-CE07-44A7-9F8B-569009C6C279}"/>
          </ac:picMkLst>
        </pc:picChg>
      </pc:sldChg>
      <pc:sldChg chg="addSp delSp modSp mod modNotesTx">
        <pc:chgData name="Осипенко Святослав Вячеславович" userId="c86cff60-98fb-424b-bb69-33baf9820327" providerId="ADAL" clId="{9CF033B9-B141-4BB7-BFB5-F26A97F58B32}" dt="2023-10-25T06:07:32.718" v="1359" actId="1076"/>
        <pc:sldMkLst>
          <pc:docMk/>
          <pc:sldMk cId="1895345874" sldId="2920"/>
        </pc:sldMkLst>
        <pc:spChg chg="mod">
          <ac:chgData name="Осипенко Святослав Вячеславович" userId="c86cff60-98fb-424b-bb69-33baf9820327" providerId="ADAL" clId="{9CF033B9-B141-4BB7-BFB5-F26A97F58B32}" dt="2023-10-25T06:07:14.670" v="1357" actId="1076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5:48.004" v="1325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7:25.827" v="1358" actId="1076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58.238" v="1352" actId="14100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33.485" v="1346" actId="1076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26.555" v="1345" actId="1076"/>
          <ac:spMkLst>
            <pc:docMk/>
            <pc:sldMk cId="1895345874" sldId="2920"/>
            <ac:spMk id="646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7:32.718" v="1359" actId="1076"/>
          <ac:spMkLst>
            <pc:docMk/>
            <pc:sldMk cId="1895345874" sldId="2920"/>
            <ac:spMk id="648" creationId="{00000000-0000-0000-0000-000000000000}"/>
          </ac:spMkLst>
        </pc:spChg>
        <pc:picChg chg="del">
          <ac:chgData name="Осипенко Святослав Вячеславович" userId="c86cff60-98fb-424b-bb69-33baf9820327" providerId="ADAL" clId="{9CF033B9-B141-4BB7-BFB5-F26A97F58B32}" dt="2023-10-25T06:04:55.871" v="1318" actId="478"/>
          <ac:picMkLst>
            <pc:docMk/>
            <pc:sldMk cId="1895345874" sldId="2920"/>
            <ac:picMk id="17" creationId="{4E464DB7-36D0-46B9-A111-4F3CC5EE4C8C}"/>
          </ac:picMkLst>
        </pc:picChg>
        <pc:picChg chg="add mod">
          <ac:chgData name="Осипенко Святослав Вячеславович" userId="c86cff60-98fb-424b-bb69-33baf9820327" providerId="ADAL" clId="{9CF033B9-B141-4BB7-BFB5-F26A97F58B32}" dt="2023-10-25T06:05:01.878" v="1321" actId="14100"/>
          <ac:picMkLst>
            <pc:docMk/>
            <pc:sldMk cId="1895345874" sldId="2920"/>
            <ac:picMk id="19" creationId="{A703DB85-232A-497D-BF80-88B1378001C6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84CCC0B4-A9A5-A15E-8BE4-A5D2B516E11F}"/>
    <pc:docChg chg="modSld">
      <pc:chgData name="Торопова Анастасия Игоревна" userId="S::toropova_ai@archk.ru::ccf55b8b-4c71-4484-9ef8-91a0cbed1e94" providerId="AD" clId="Web-{84CCC0B4-A9A5-A15E-8BE4-A5D2B516E11F}" dt="2023-01-17T07:35:50.906" v="83" actId="1076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84CCC0B4-A9A5-A15E-8BE4-A5D2B516E11F}" dt="2023-01-17T07:35:50.906" v="83" actId="1076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84CCC0B4-A9A5-A15E-8BE4-A5D2B516E11F}" dt="2023-01-17T07:35:50.906" v="83" actId="1076"/>
          <ac:spMkLst>
            <pc:docMk/>
            <pc:sldMk cId="0" sldId="269"/>
            <ac:spMk id="62" creationId="{51FB38B2-90A5-46D8-9F16-5B596D343557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18.159" v="34" actId="20577"/>
          <ac:spMkLst>
            <pc:docMk/>
            <pc:sldMk cId="0" sldId="269"/>
            <ac:spMk id="62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05.534" v="33" actId="14100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30.972" v="3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4:50.968" v="13" actId="1076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0:20.273" v="52" actId="1076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9:16.350" v="45" actId="1076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09.446" v="58" actId="1076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09.477" v="59" actId="1076"/>
          <ac:spMkLst>
            <pc:docMk/>
            <pc:sldMk cId="0" sldId="269"/>
            <ac:spMk id="66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0:04.663" v="51" actId="14100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18.431" v="60" actId="1076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18.462" v="61" actId="1076"/>
          <ac:spMkLst>
            <pc:docMk/>
            <pc:sldMk cId="0" sldId="269"/>
            <ac:spMk id="669" creationId="{00000000-0000-0000-0000-000000000000}"/>
          </ac:spMkLst>
        </pc:spChg>
        <pc:picChg chg="mod">
          <ac:chgData name="Торопова Анастасия Игоревна" userId="S::toropova_ai@archk.ru::ccf55b8b-4c71-4484-9ef8-91a0cbed1e94" providerId="AD" clId="Web-{84CCC0B4-A9A5-A15E-8BE4-A5D2B516E11F}" dt="2023-01-17T07:26:52.924" v="30" actId="1076"/>
          <ac:picMkLst>
            <pc:docMk/>
            <pc:sldMk cId="0" sldId="269"/>
            <ac:picMk id="3" creationId="{7BB10D88-82E8-4192-BDD4-641174E8F793}"/>
          </ac:picMkLst>
        </pc:picChg>
        <pc:picChg chg="mod">
          <ac:chgData name="Торопова Анастасия Игоревна" userId="S::toropova_ai@archk.ru::ccf55b8b-4c71-4484-9ef8-91a0cbed1e94" providerId="AD" clId="Web-{84CCC0B4-A9A5-A15E-8BE4-A5D2B516E11F}" dt="2023-01-17T07:28:28.801" v="38" actId="14100"/>
          <ac:picMkLst>
            <pc:docMk/>
            <pc:sldMk cId="0" sldId="269"/>
            <ac:picMk id="61" creationId="{41626094-C03A-4AF2-96F6-7198BBC10CEA}"/>
          </ac:picMkLst>
        </pc:picChg>
      </pc:sldChg>
      <pc:sldChg chg="addSp delSp modSp">
        <pc:chgData name="Торопова Анастасия Игоревна" userId="S::toropova_ai@archk.ru::ccf55b8b-4c71-4484-9ef8-91a0cbed1e94" providerId="AD" clId="Web-{84CCC0B4-A9A5-A15E-8BE4-A5D2B516E11F}" dt="2023-01-17T07:34:52.342" v="82" actId="14100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84CCC0B4-A9A5-A15E-8BE4-A5D2B516E11F}" dt="2023-01-17T07:34:42.498" v="81" actId="20577"/>
          <ac:spMkLst>
            <pc:docMk/>
            <pc:sldMk cId="1895345874" sldId="2920"/>
            <ac:spMk id="18" creationId="{C22A9093-B536-0C7C-66A6-D7E6C502B6BF}"/>
          </ac:spMkLst>
        </pc:spChg>
        <pc:spChg chg="add del mod">
          <ac:chgData name="Торопова Анастасия Игоревна" userId="S::toropova_ai@archk.ru::ccf55b8b-4c71-4484-9ef8-91a0cbed1e94" providerId="AD" clId="Web-{84CCC0B4-A9A5-A15E-8BE4-A5D2B516E11F}" dt="2023-01-17T07:32:17.135" v="73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52.761" v="78" actId="1076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31.886" v="76" actId="1076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4:52.342" v="82" actId="14100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40.089" v="77" actId="1076"/>
          <ac:spMkLst>
            <pc:docMk/>
            <pc:sldMk cId="1895345874" sldId="2920"/>
            <ac:spMk id="646" creationId="{00000000-0000-0000-0000-000000000000}"/>
          </ac:spMkLst>
        </pc:spChg>
        <pc:picChg chg="mod">
          <ac:chgData name="Торопова Анастасия Игоревна" userId="S::toropova_ai@archk.ru::ccf55b8b-4c71-4484-9ef8-91a0cbed1e94" providerId="AD" clId="Web-{84CCC0B4-A9A5-A15E-8BE4-A5D2B516E11F}" dt="2023-01-17T07:32:07.323" v="70" actId="14100"/>
          <ac:picMkLst>
            <pc:docMk/>
            <pc:sldMk cId="1895345874" sldId="2920"/>
            <ac:picMk id="17" creationId="{C8780B1D-442E-CB80-0173-B7FA9420680D}"/>
          </ac:picMkLst>
        </pc:picChg>
        <pc:picChg chg="mod">
          <ac:chgData name="Торопова Анастасия Игоревна" userId="S::toropova_ai@archk.ru::ccf55b8b-4c71-4484-9ef8-91a0cbed1e94" providerId="AD" clId="Web-{84CCC0B4-A9A5-A15E-8BE4-A5D2B516E11F}" dt="2023-01-17T07:33:29.575" v="79" actId="1076"/>
          <ac:picMkLst>
            <pc:docMk/>
            <pc:sldMk cId="1895345874" sldId="2920"/>
            <ac:picMk id="39" creationId="{C7B05325-7B95-FC98-2AE7-2758C48A87AF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D9F00443-AEF4-E30A-D33C-CA2CE621ED0D}"/>
    <pc:docChg chg="modSld">
      <pc:chgData name="Торопова Анастасия Игоревна" userId="S::toropova_ai@archk.ru::ccf55b8b-4c71-4484-9ef8-91a0cbed1e94" providerId="AD" clId="Web-{D9F00443-AEF4-E30A-D33C-CA2CE621ED0D}" dt="2023-01-24T11:15:38.504" v="1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D9F00443-AEF4-E30A-D33C-CA2CE621ED0D}" dt="2023-01-24T11:15:38.504" v="1" actId="20577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D9F00443-AEF4-E30A-D33C-CA2CE621ED0D}" dt="2023-01-24T11:15:38.504" v="1" actId="20577"/>
          <ac:spMkLst>
            <pc:docMk/>
            <pc:sldMk cId="0" sldId="269"/>
            <ac:spMk id="622" creationId="{00000000-0000-0000-0000-000000000000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A8C0055C-BFB3-CDD2-024C-AB8B8748D55A}"/>
    <pc:docChg chg="modSld">
      <pc:chgData name="Торопова Анастасия Игоревна" userId="S::toropova_ai@archk.ru::ccf55b8b-4c71-4484-9ef8-91a0cbed1e94" providerId="AD" clId="Web-{A8C0055C-BFB3-CDD2-024C-AB8B8748D55A}" dt="2023-01-23T12:12:26.564" v="4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A8C0055C-BFB3-CDD2-024C-AB8B8748D55A}" dt="2023-01-23T12:12:26.564" v="4" actId="20577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A8C0055C-BFB3-CDD2-024C-AB8B8748D55A}" dt="2023-01-23T12:12:26.564" v="4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A8C0055C-BFB3-CDD2-024C-AB8B8748D55A}" dt="2023-01-23T11:21:41.731" v="1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A8C0055C-BFB3-CDD2-024C-AB8B8748D55A}" dt="2023-01-23T11:21:15.637" v="0" actId="20577"/>
          <ac:spMkLst>
            <pc:docMk/>
            <pc:sldMk cId="0" sldId="269"/>
            <ac:spMk id="644" creationId="{00000000-0000-0000-0000-000000000000}"/>
          </ac:spMkLst>
        </pc:spChg>
      </pc:sldChg>
    </pc:docChg>
  </pc:docChgLst>
  <pc:docChgLst>
    <pc:chgData name="Воронов Николай Сергеевич" userId="ba1749f1-fb58-49e1-b5af-bdcd05599662" providerId="ADAL" clId="{57D5AFC4-3C2D-431D-929E-8D9FF323FE9E}"/>
    <pc:docChg chg="undo custSel modSld">
      <pc:chgData name="Воронов Николай Сергеевич" userId="ba1749f1-fb58-49e1-b5af-bdcd05599662" providerId="ADAL" clId="{57D5AFC4-3C2D-431D-929E-8D9FF323FE9E}" dt="2023-03-31T18:49:30.348" v="3" actId="27636"/>
      <pc:docMkLst>
        <pc:docMk/>
      </pc:docMkLst>
      <pc:sldChg chg="modSp mod">
        <pc:chgData name="Воронов Николай Сергеевич" userId="ba1749f1-fb58-49e1-b5af-bdcd05599662" providerId="ADAL" clId="{57D5AFC4-3C2D-431D-929E-8D9FF323FE9E}" dt="2023-03-31T18:49:30.348" v="3" actId="27636"/>
        <pc:sldMkLst>
          <pc:docMk/>
          <pc:sldMk cId="0" sldId="269"/>
        </pc:sldMkLst>
        <pc:spChg chg="mod">
          <ac:chgData name="Воронов Николай Сергеевич" userId="ba1749f1-fb58-49e1-b5af-bdcd05599662" providerId="ADAL" clId="{57D5AFC4-3C2D-431D-929E-8D9FF323FE9E}" dt="2023-03-31T18:49:30.348" v="3" actId="27636"/>
          <ac:spMkLst>
            <pc:docMk/>
            <pc:sldMk cId="0" sldId="269"/>
            <ac:spMk id="60" creationId="{708E648B-3E83-4024-A470-0CAF496988AF}"/>
          </ac:spMkLst>
        </pc:spChg>
      </pc:sldChg>
    </pc:docChg>
  </pc:docChgLst>
  <pc:docChgLst>
    <pc:chgData name="Голубцова Ирина" userId="f418c0b2-254f-46a7-be59-aa53f9e9bb77" providerId="ADAL" clId="{78F9409C-BD46-49AC-9B78-FDF291F76333}"/>
    <pc:docChg chg="modSld">
      <pc:chgData name="Голубцова Ирина" userId="f418c0b2-254f-46a7-be59-aa53f9e9bb77" providerId="ADAL" clId="{78F9409C-BD46-49AC-9B78-FDF291F76333}" dt="2023-04-03T06:59:16.774" v="20" actId="113"/>
      <pc:docMkLst>
        <pc:docMk/>
      </pc:docMkLst>
      <pc:sldChg chg="modSp mod">
        <pc:chgData name="Голубцова Ирина" userId="f418c0b2-254f-46a7-be59-aa53f9e9bb77" providerId="ADAL" clId="{78F9409C-BD46-49AC-9B78-FDF291F76333}" dt="2023-04-03T06:59:16.774" v="20" actId="113"/>
        <pc:sldMkLst>
          <pc:docMk/>
          <pc:sldMk cId="1895345874" sldId="2920"/>
        </pc:sldMkLst>
        <pc:spChg chg="mod">
          <ac:chgData name="Голубцова Ирина" userId="f418c0b2-254f-46a7-be59-aa53f9e9bb77" providerId="ADAL" clId="{78F9409C-BD46-49AC-9B78-FDF291F76333}" dt="2023-04-03T06:59:16.774" v="20" actId="113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Голубцова Ирина" userId="f418c0b2-254f-46a7-be59-aa53f9e9bb77" providerId="ADAL" clId="{78F9409C-BD46-49AC-9B78-FDF291F76333}" dt="2023-04-03T06:57:01.314" v="0" actId="1076"/>
          <ac:spMkLst>
            <pc:docMk/>
            <pc:sldMk cId="1895345874" sldId="2920"/>
            <ac:spMk id="639" creationId="{00000000-0000-0000-0000-000000000000}"/>
          </ac:spMkLst>
        </pc:spChg>
      </pc:sldChg>
    </pc:docChg>
  </pc:docChgLst>
  <pc:docChgLst>
    <pc:chgData name="Лёвкина Наталья" userId="430a77c7-2aa0-412b-9874-6952fe3919bd" providerId="ADAL" clId="{7527D0F8-2351-409E-85E7-502C43E78A01}"/>
    <pc:docChg chg="modSld">
      <pc:chgData name="Лёвкина Наталья" userId="430a77c7-2aa0-412b-9874-6952fe3919bd" providerId="ADAL" clId="{7527D0F8-2351-409E-85E7-502C43E78A01}" dt="2021-09-27T06:53:39.368" v="1" actId="20577"/>
      <pc:docMkLst>
        <pc:docMk/>
      </pc:docMkLst>
      <pc:sldChg chg="modNotesTx">
        <pc:chgData name="Лёвкина Наталья" userId="430a77c7-2aa0-412b-9874-6952fe3919bd" providerId="ADAL" clId="{7527D0F8-2351-409E-85E7-502C43E78A01}" dt="2021-09-27T06:53:39.368" v="1" actId="20577"/>
        <pc:sldMkLst>
          <pc:docMk/>
          <pc:sldMk cId="2063599093" sldId="2833"/>
        </pc:sldMkLst>
      </pc:sldChg>
    </pc:docChg>
  </pc:docChgLst>
  <pc:docChgLst>
    <pc:chgData name="Мазур Егор Антонович" userId="81be87f9-45b0-412a-b5b6-0617d339ddbb" providerId="ADAL" clId="{F3B3F663-3F26-4FCE-BFD4-21ADE7A69837}"/>
    <pc:docChg chg="undo custSel addSld modSld">
      <pc:chgData name="Мазур Егор Антонович" userId="81be87f9-45b0-412a-b5b6-0617d339ddbb" providerId="ADAL" clId="{F3B3F663-3F26-4FCE-BFD4-21ADE7A69837}" dt="2022-08-10T09:15:32.710" v="64" actId="20577"/>
      <pc:docMkLst>
        <pc:docMk/>
      </pc:docMkLst>
      <pc:sldChg chg="addSp delSp modSp add mod">
        <pc:chgData name="Мазур Егор Антонович" userId="81be87f9-45b0-412a-b5b6-0617d339ddbb" providerId="ADAL" clId="{F3B3F663-3F26-4FCE-BFD4-21ADE7A69837}" dt="2022-08-10T09:15:32.710" v="64" actId="20577"/>
        <pc:sldMkLst>
          <pc:docMk/>
          <pc:sldMk cId="1895345874" sldId="2920"/>
        </pc:sldMkLst>
        <pc:spChg chg="mod">
          <ac:chgData name="Мазур Егор Антонович" userId="81be87f9-45b0-412a-b5b6-0617d339ddbb" providerId="ADAL" clId="{F3B3F663-3F26-4FCE-BFD4-21ADE7A69837}" dt="2022-08-10T09:14:26.090" v="47" actId="1038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Мазур Егор Антонович" userId="81be87f9-45b0-412a-b5b6-0617d339ddbb" providerId="ADAL" clId="{F3B3F663-3F26-4FCE-BFD4-21ADE7A69837}" dt="2022-08-10T09:15:07.074" v="54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Мазур Егор Антонович" userId="81be87f9-45b0-412a-b5b6-0617d339ddbb" providerId="ADAL" clId="{F3B3F663-3F26-4FCE-BFD4-21ADE7A69837}" dt="2022-08-10T09:15:32.710" v="64" actId="20577"/>
          <ac:spMkLst>
            <pc:docMk/>
            <pc:sldMk cId="1895345874" sldId="2920"/>
            <ac:spMk id="41" creationId="{CE1D24DD-B923-A77A-6F54-AC8CBB150FFA}"/>
          </ac:spMkLst>
        </pc:spChg>
        <pc:spChg chg="add del mod">
          <ac:chgData name="Мазур Егор Антонович" userId="81be87f9-45b0-412a-b5b6-0617d339ddbb" providerId="ADAL" clId="{F3B3F663-3F26-4FCE-BFD4-21ADE7A69837}" dt="2022-08-10T09:14:20.229" v="29" actId="1038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Мазур Егор Антонович" userId="81be87f9-45b0-412a-b5b6-0617d339ddbb" providerId="ADAL" clId="{F3B3F663-3F26-4FCE-BFD4-21ADE7A69837}" dt="2022-08-10T09:14:41.093" v="52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Мазур Егор Антонович" userId="81be87f9-45b0-412a-b5b6-0617d339ddbb" providerId="ADAL" clId="{F3B3F663-3F26-4FCE-BFD4-21ADE7A69837}" dt="2022-08-10T09:14:53.441" v="53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Мазур Егор Антонович" userId="81be87f9-45b0-412a-b5b6-0617d339ddbb" providerId="ADAL" clId="{F3B3F663-3F26-4FCE-BFD4-21ADE7A69837}" dt="2022-08-10T09:15:20.237" v="58" actId="1076"/>
          <ac:picMkLst>
            <pc:docMk/>
            <pc:sldMk cId="1895345874" sldId="2920"/>
            <ac:picMk id="17" creationId="{C8780B1D-442E-CB80-0173-B7FA9420680D}"/>
          </ac:picMkLst>
        </pc:picChg>
        <pc:picChg chg="del">
          <ac:chgData name="Мазур Егор Антонович" userId="81be87f9-45b0-412a-b5b6-0617d339ddbb" providerId="ADAL" clId="{F3B3F663-3F26-4FCE-BFD4-21ADE7A69837}" dt="2022-08-10T09:15:12.771" v="55" actId="478"/>
          <ac:picMkLst>
            <pc:docMk/>
            <pc:sldMk cId="1895345874" sldId="2920"/>
            <ac:picMk id="19" creationId="{1F0F6998-93D2-2F49-5133-676C53B6CDC1}"/>
          </ac:picMkLst>
        </pc:picChg>
      </pc:sldChg>
    </pc:docChg>
  </pc:docChgLst>
  <pc:docChgLst>
    <pc:chgData name="Осипенко Святослав Вячеславович" userId="c86cff60-98fb-424b-bb69-33baf9820327" providerId="ADAL" clId="{5762A938-7BDE-4EE4-BF3F-6CF85492ECD0}"/>
    <pc:docChg chg="undo redo custSel modSld">
      <pc:chgData name="Осипенко Святослав Вячеславович" userId="c86cff60-98fb-424b-bb69-33baf9820327" providerId="ADAL" clId="{5762A938-7BDE-4EE4-BF3F-6CF85492ECD0}" dt="2023-07-28T12:13:32.241" v="2111" actId="1076"/>
      <pc:docMkLst>
        <pc:docMk/>
      </pc:docMkLst>
      <pc:sldChg chg="addSp delSp modSp mod modNotesTx">
        <pc:chgData name="Осипенко Святослав Вячеславович" userId="c86cff60-98fb-424b-bb69-33baf9820327" providerId="ADAL" clId="{5762A938-7BDE-4EE4-BF3F-6CF85492ECD0}" dt="2023-07-28T12:11:40.650" v="2092" actId="113"/>
        <pc:sldMkLst>
          <pc:docMk/>
          <pc:sldMk cId="0" sldId="269"/>
        </pc:sldMkLst>
        <pc:spChg chg="mod">
          <ac:chgData name="Осипенко Святослав Вячеславович" userId="c86cff60-98fb-424b-bb69-33baf9820327" providerId="ADAL" clId="{5762A938-7BDE-4EE4-BF3F-6CF85492ECD0}" dt="2023-07-28T11:59:24.020" v="1116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0:53.125" v="2077" actId="113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7:46.792" v="1035" actId="14100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8:39.581" v="104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40.650" v="2092" actId="113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05.832" v="945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48.465" v="962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5:01.827" v="971" actId="14100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54.928" v="970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5:34.193" v="973" actId="20577"/>
          <ac:spMkLst>
            <pc:docMk/>
            <pc:sldMk cId="0" sldId="269"/>
            <ac:spMk id="653" creationId="{00000000-0000-0000-0000-000000000000}"/>
          </ac:spMkLst>
        </pc:spChg>
        <pc:spChg chg="add del mod">
          <ac:chgData name="Осипенко Святослав Вячеславович" userId="c86cff60-98fb-424b-bb69-33baf9820327" providerId="ADAL" clId="{5762A938-7BDE-4EE4-BF3F-6CF85492ECD0}" dt="2023-07-28T11:56:14.795" v="980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18.425" v="985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28.934" v="989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45.577" v="1001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49.413" v="1007" actId="20577"/>
          <ac:spMkLst>
            <pc:docMk/>
            <pc:sldMk cId="0" sldId="269"/>
            <ac:spMk id="665" creationId="{00000000-0000-0000-0000-000000000000}"/>
          </ac:spMkLst>
        </pc:spChg>
        <pc:picChg chg="del">
          <ac:chgData name="Осипенко Святослав Вячеславович" userId="c86cff60-98fb-424b-bb69-33baf9820327" providerId="ADAL" clId="{5762A938-7BDE-4EE4-BF3F-6CF85492ECD0}" dt="2023-07-28T11:40:14.929" v="0" actId="478"/>
          <ac:picMkLst>
            <pc:docMk/>
            <pc:sldMk cId="0" sldId="269"/>
            <ac:picMk id="58" creationId="{00000000-0000-0000-0000-000000000000}"/>
          </ac:picMkLst>
        </pc:picChg>
        <pc:picChg chg="del">
          <ac:chgData name="Осипенко Святослав Вячеславович" userId="c86cff60-98fb-424b-bb69-33baf9820327" providerId="ADAL" clId="{5762A938-7BDE-4EE4-BF3F-6CF85492ECD0}" dt="2023-07-28T11:41:01.909" v="1" actId="478"/>
          <ac:picMkLst>
            <pc:docMk/>
            <pc:sldMk cId="0" sldId="269"/>
            <ac:picMk id="59" creationId="{00000000-0000-0000-0000-000000000000}"/>
          </ac:picMkLst>
        </pc:picChg>
        <pc:picChg chg="add mod">
          <ac:chgData name="Осипенко Святослав Вячеславович" userId="c86cff60-98fb-424b-bb69-33baf9820327" providerId="ADAL" clId="{5762A938-7BDE-4EE4-BF3F-6CF85492ECD0}" dt="2023-07-28T11:41:06.564" v="4" actId="1076"/>
          <ac:picMkLst>
            <pc:docMk/>
            <pc:sldMk cId="0" sldId="269"/>
            <ac:picMk id="61" creationId="{199B7175-CE07-44A7-9F8B-569009C6C279}"/>
          </ac:picMkLst>
        </pc:picChg>
      </pc:sldChg>
      <pc:sldChg chg="addSp delSp modSp mod">
        <pc:chgData name="Осипенко Святослав Вячеславович" userId="c86cff60-98fb-424b-bb69-33baf9820327" providerId="ADAL" clId="{5762A938-7BDE-4EE4-BF3F-6CF85492ECD0}" dt="2023-07-28T12:13:32.241" v="2111" actId="1076"/>
        <pc:sldMkLst>
          <pc:docMk/>
          <pc:sldMk cId="1895345874" sldId="2920"/>
        </pc:sldMkLst>
        <pc:spChg chg="mod">
          <ac:chgData name="Осипенко Святослав Вячеславович" userId="c86cff60-98fb-424b-bb69-33baf9820327" providerId="ADAL" clId="{5762A938-7BDE-4EE4-BF3F-6CF85492ECD0}" dt="2023-07-28T12:11:05.886" v="2081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2:52.080" v="2110" actId="1076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52.056" v="2098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15.352" v="2084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24.386" v="2088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2:48.643" v="2109" actId="1076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Осипенко Святослав Вячеславович" userId="c86cff60-98fb-424b-bb69-33baf9820327" providerId="ADAL" clId="{5762A938-7BDE-4EE4-BF3F-6CF85492ECD0}" dt="2023-07-28T12:13:32.241" v="2111" actId="1076"/>
          <ac:picMkLst>
            <pc:docMk/>
            <pc:sldMk cId="1895345874" sldId="2920"/>
            <ac:picMk id="17" creationId="{4E464DB7-36D0-46B9-A111-4F3CC5EE4C8C}"/>
          </ac:picMkLst>
        </pc:picChg>
        <pc:picChg chg="del">
          <ac:chgData name="Осипенко Святослав Вячеславович" userId="c86cff60-98fb-424b-bb69-33baf9820327" providerId="ADAL" clId="{5762A938-7BDE-4EE4-BF3F-6CF85492ECD0}" dt="2023-07-28T12:09:51.465" v="2064" actId="478"/>
          <ac:picMkLst>
            <pc:docMk/>
            <pc:sldMk cId="1895345874" sldId="2920"/>
            <ac:picMk id="19" creationId="{00000000-0000-0000-0000-000000000000}"/>
          </ac:picMkLst>
        </pc:picChg>
        <pc:picChg chg="mod">
          <ac:chgData name="Осипенко Святослав Вячеславович" userId="c86cff60-98fb-424b-bb69-33baf9820327" providerId="ADAL" clId="{5762A938-7BDE-4EE4-BF3F-6CF85492ECD0}" dt="2023-07-28T12:12:44.562" v="2108" actId="1076"/>
          <ac:picMkLst>
            <pc:docMk/>
            <pc:sldMk cId="1895345874" sldId="2920"/>
            <ac:picMk id="38" creationId="{5C87CCD5-5D3A-D922-FDE3-B19FEE2813A7}"/>
          </ac:picMkLst>
        </pc:picChg>
      </pc:sldChg>
    </pc:docChg>
  </pc:docChgLst>
  <pc:docChgLst>
    <pc:chgData name="Осипенко Святослав Вячеславович" userId="2989a2a6-3e20-4aab-8dc9-0a51d28f28f4" providerId="ADAL" clId="{2C360BB8-4D04-46C6-BA4D-C380353793FC}"/>
    <pc:docChg chg="undo custSel modSld">
      <pc:chgData name="Осипенко Святослав Вячеславович" userId="2989a2a6-3e20-4aab-8dc9-0a51d28f28f4" providerId="ADAL" clId="{2C360BB8-4D04-46C6-BA4D-C380353793FC}" dt="2024-08-26T12:04:40.091" v="700" actId="1076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2C360BB8-4D04-46C6-BA4D-C380353793FC}" dt="2024-08-26T12:04:23.005" v="657" actId="20577"/>
        <pc:sldMkLst>
          <pc:docMk/>
          <pc:sldMk cId="0" sldId="269"/>
        </pc:sldMkLst>
        <pc:spChg chg="mod">
          <ac:chgData name="Осипенко Святослав Вячеславович" userId="2989a2a6-3e20-4aab-8dc9-0a51d28f28f4" providerId="ADAL" clId="{2C360BB8-4D04-46C6-BA4D-C380353793FC}" dt="2024-08-26T11:36:22.460" v="23" actId="27636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08.797" v="503" actId="1076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14:12.784" v="9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5:29.078" v="21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49:18.485" v="181" actId="1076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19.527" v="59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02.756" v="45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12.312" v="56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9:32.580" v="88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48.508" v="70" actId="20577"/>
          <ac:spMkLst>
            <pc:docMk/>
            <pc:sldMk cId="0" sldId="269"/>
            <ac:spMk id="65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58.786" v="73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8:03.720" v="76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9:10.981" v="84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6:40.718" v="28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6:50.555" v="34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8:29.368" v="80" actId="20577"/>
          <ac:spMkLst>
            <pc:docMk/>
            <pc:sldMk cId="0" sldId="269"/>
            <ac:spMk id="667" creationId="{00000000-0000-0000-0000-000000000000}"/>
          </ac:spMkLst>
        </pc:spChg>
        <pc:picChg chg="del">
          <ac:chgData name="Осипенко Святослав Вячеславович" userId="2989a2a6-3e20-4aab-8dc9-0a51d28f28f4" providerId="ADAL" clId="{2C360BB8-4D04-46C6-BA4D-C380353793FC}" dt="2024-08-26T11:15:25.157" v="10" actId="478"/>
          <ac:picMkLst>
            <pc:docMk/>
            <pc:sldMk cId="0" sldId="269"/>
            <ac:picMk id="5" creationId="{7EBD16DF-A74F-45F9-8C4A-6889CD12A972}"/>
          </ac:picMkLst>
        </pc:picChg>
        <pc:picChg chg="add mod">
          <ac:chgData name="Осипенко Святослав Вячеславович" userId="2989a2a6-3e20-4aab-8dc9-0a51d28f28f4" providerId="ADAL" clId="{2C360BB8-4D04-46C6-BA4D-C380353793FC}" dt="2024-08-26T11:15:28.144" v="12" actId="1076"/>
          <ac:picMkLst>
            <pc:docMk/>
            <pc:sldMk cId="0" sldId="269"/>
            <ac:picMk id="57" creationId="{8AC88BDF-81EE-4EF2-89C1-B970D8226C59}"/>
          </ac:picMkLst>
        </pc:picChg>
      </pc:sldChg>
      <pc:sldChg chg="addSp delSp modSp mod modNotesTx">
        <pc:chgData name="Осипенко Святослав Вячеславович" userId="2989a2a6-3e20-4aab-8dc9-0a51d28f28f4" providerId="ADAL" clId="{2C360BB8-4D04-46C6-BA4D-C380353793FC}" dt="2024-08-26T12:04:40.091" v="700" actId="1076"/>
        <pc:sldMkLst>
          <pc:docMk/>
          <pc:sldMk cId="1895345874" sldId="2920"/>
        </pc:sldMkLst>
        <pc:spChg chg="mod">
          <ac:chgData name="Осипенко Святослав Вячеславович" userId="2989a2a6-3e20-4aab-8dc9-0a51d28f28f4" providerId="ADAL" clId="{2C360BB8-4D04-46C6-BA4D-C380353793FC}" dt="2024-08-26T11:59:34.973" v="508"/>
          <ac:spMkLst>
            <pc:docMk/>
            <pc:sldMk cId="1895345874" sldId="2920"/>
            <ac:spMk id="3" creationId="{015635A7-9CE0-0943-38C1-9960A709FFFE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24.768" v="505"/>
          <ac:spMkLst>
            <pc:docMk/>
            <pc:sldMk cId="1895345874" sldId="2920"/>
            <ac:spMk id="5" creationId="{4C8868D4-6A51-6D5C-2469-4C098F3D8B7B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16.834" v="504"/>
          <ac:spMkLst>
            <pc:docMk/>
            <pc:sldMk cId="1895345874" sldId="2920"/>
            <ac:spMk id="6" creationId="{93B6ADEE-235A-428B-BCDA-D35BB63A60A9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54.124" v="520" actId="20577"/>
          <ac:spMkLst>
            <pc:docMk/>
            <pc:sldMk cId="1895345874" sldId="2920"/>
            <ac:spMk id="41" creationId="{CE1D24DD-B923-A77A-6F54-AC8CBB150FFA}"/>
          </ac:spMkLst>
        </pc:spChg>
        <pc:picChg chg="del">
          <ac:chgData name="Осипенко Святослав Вячеславович" userId="2989a2a6-3e20-4aab-8dc9-0a51d28f28f4" providerId="ADAL" clId="{2C360BB8-4D04-46C6-BA4D-C380353793FC}" dt="2024-08-26T11:15:30.309" v="13" actId="478"/>
          <ac:picMkLst>
            <pc:docMk/>
            <pc:sldMk cId="1895345874" sldId="2920"/>
            <ac:picMk id="15" creationId="{1DE003E6-ABDF-46DC-9C90-16F130CB5CEF}"/>
          </ac:picMkLst>
        </pc:picChg>
        <pc:picChg chg="add mod">
          <ac:chgData name="Осипенко Святослав Вячеславович" userId="2989a2a6-3e20-4aab-8dc9-0a51d28f28f4" providerId="ADAL" clId="{2C360BB8-4D04-46C6-BA4D-C380353793FC}" dt="2024-08-26T11:15:33.150" v="15" actId="1076"/>
          <ac:picMkLst>
            <pc:docMk/>
            <pc:sldMk cId="1895345874" sldId="2920"/>
            <ac:picMk id="16" creationId="{0E37DB8A-8D25-4385-8944-76D140B8D827}"/>
          </ac:picMkLst>
        </pc:picChg>
        <pc:picChg chg="mod">
          <ac:chgData name="Осипенко Святослав Вячеславович" userId="2989a2a6-3e20-4aab-8dc9-0a51d28f28f4" providerId="ADAL" clId="{2C360BB8-4D04-46C6-BA4D-C380353793FC}" dt="2024-08-26T12:04:40.091" v="700" actId="1076"/>
          <ac:picMkLst>
            <pc:docMk/>
            <pc:sldMk cId="1895345874" sldId="2920"/>
            <ac:picMk id="38" creationId="{5C87CCD5-5D3A-D922-FDE3-B19FEE2813A7}"/>
          </ac:picMkLst>
        </pc:picChg>
      </pc:sldChg>
    </pc:docChg>
  </pc:docChgLst>
  <pc:docChgLst>
    <pc:chgData name="Лёвкина Наталья" userId="045cc528-69ee-4f09-8816-a81e3b02b284" providerId="ADAL" clId="{63C0A14F-8339-4B1D-B372-5341F39F7C4D}"/>
    <pc:docChg chg="custSel modSld">
      <pc:chgData name="Лёвкина Наталья" userId="045cc528-69ee-4f09-8816-a81e3b02b284" providerId="ADAL" clId="{63C0A14F-8339-4B1D-B372-5341F39F7C4D}" dt="2024-04-10T06:45:02.456" v="30" actId="1076"/>
      <pc:docMkLst>
        <pc:docMk/>
      </pc:docMkLst>
      <pc:sldChg chg="addSp delSp modSp mod modShow">
        <pc:chgData name="Лёвкина Наталья" userId="045cc528-69ee-4f09-8816-a81e3b02b284" providerId="ADAL" clId="{63C0A14F-8339-4B1D-B372-5341F39F7C4D}" dt="2024-04-10T06:45:02.456" v="30" actId="1076"/>
        <pc:sldMkLst>
          <pc:docMk/>
          <pc:sldMk cId="1895345874" sldId="2920"/>
        </pc:sldMkLst>
        <pc:spChg chg="add mod">
          <ac:chgData name="Лёвкина Наталья" userId="045cc528-69ee-4f09-8816-a81e3b02b284" providerId="ADAL" clId="{63C0A14F-8339-4B1D-B372-5341F39F7C4D}" dt="2024-04-10T06:43:55.820" v="15" actId="207"/>
          <ac:spMkLst>
            <pc:docMk/>
            <pc:sldMk cId="1895345874" sldId="2920"/>
            <ac:spMk id="3" creationId="{015635A7-9CE0-0943-38C1-9960A709FFFE}"/>
          </ac:spMkLst>
        </pc:spChg>
        <pc:spChg chg="add mod">
          <ac:chgData name="Лёвкина Наталья" userId="045cc528-69ee-4f09-8816-a81e3b02b284" providerId="ADAL" clId="{63C0A14F-8339-4B1D-B372-5341F39F7C4D}" dt="2024-04-10T06:44:08.455" v="20"/>
          <ac:spMkLst>
            <pc:docMk/>
            <pc:sldMk cId="1895345874" sldId="2920"/>
            <ac:spMk id="4" creationId="{A4638CE1-BF9F-0E50-6AF4-86080C496081}"/>
          </ac:spMkLst>
        </pc:spChg>
        <pc:spChg chg="add mod">
          <ac:chgData name="Лёвкина Наталья" userId="045cc528-69ee-4f09-8816-a81e3b02b284" providerId="ADAL" clId="{63C0A14F-8339-4B1D-B372-5341F39F7C4D}" dt="2024-04-10T06:44:19.716" v="22" actId="1076"/>
          <ac:spMkLst>
            <pc:docMk/>
            <pc:sldMk cId="1895345874" sldId="2920"/>
            <ac:spMk id="5" creationId="{4C8868D4-6A51-6D5C-2469-4C098F3D8B7B}"/>
          </ac:spMkLst>
        </pc:spChg>
        <pc:spChg chg="add mod">
          <ac:chgData name="Лёвкина Наталья" userId="045cc528-69ee-4f09-8816-a81e3b02b284" providerId="ADAL" clId="{63C0A14F-8339-4B1D-B372-5341F39F7C4D}" dt="2024-04-10T06:45:02.456" v="30" actId="1076"/>
          <ac:spMkLst>
            <pc:docMk/>
            <pc:sldMk cId="1895345874" sldId="2920"/>
            <ac:spMk id="6" creationId="{93B6ADEE-235A-428B-BCDA-D35BB63A60A9}"/>
          </ac:spMkLst>
        </pc:spChg>
        <pc:spChg chg="del mod">
          <ac:chgData name="Лёвкина Наталья" userId="045cc528-69ee-4f09-8816-a81e3b02b284" providerId="ADAL" clId="{63C0A14F-8339-4B1D-B372-5341F39F7C4D}" dt="2024-04-10T06:43:46.949" v="11" actId="478"/>
          <ac:spMkLst>
            <pc:docMk/>
            <pc:sldMk cId="1895345874" sldId="2920"/>
            <ac:spMk id="18" creationId="{C22A9093-B536-0C7C-66A6-D7E6C502B6BF}"/>
          </ac:spMkLst>
        </pc:spChg>
        <pc:spChg chg="del">
          <ac:chgData name="Лёвкина Наталья" userId="045cc528-69ee-4f09-8816-a81e3b02b284" providerId="ADAL" clId="{63C0A14F-8339-4B1D-B372-5341F39F7C4D}" dt="2024-04-10T06:44:01.980" v="18" actId="478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Лёвкина Наталья" userId="045cc528-69ee-4f09-8816-a81e3b02b284" providerId="ADAL" clId="{63C0A14F-8339-4B1D-B372-5341F39F7C4D}" dt="2024-04-10T06:44:41.774" v="27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Лёвкина Наталья" userId="045cc528-69ee-4f09-8816-a81e3b02b284" providerId="ADAL" clId="{63C0A14F-8339-4B1D-B372-5341F39F7C4D}" dt="2024-04-10T06:43:50.600" v="13" actId="1076"/>
          <ac:spMkLst>
            <pc:docMk/>
            <pc:sldMk cId="1895345874" sldId="2920"/>
            <ac:spMk id="45" creationId="{26FF1C5B-956D-851E-EAE0-5EA67B611196}"/>
          </ac:spMkLst>
        </pc:spChg>
        <pc:spChg chg="del">
          <ac:chgData name="Лёвкина Наталья" userId="045cc528-69ee-4f09-8816-a81e3b02b284" providerId="ADAL" clId="{63C0A14F-8339-4B1D-B372-5341F39F7C4D}" dt="2024-04-10T06:43:48.470" v="12" actId="478"/>
          <ac:spMkLst>
            <pc:docMk/>
            <pc:sldMk cId="1895345874" sldId="2920"/>
            <ac:spMk id="639" creationId="{00000000-0000-0000-0000-000000000000}"/>
          </ac:spMkLst>
        </pc:spChg>
        <pc:spChg chg="del">
          <ac:chgData name="Лёвкина Наталья" userId="045cc528-69ee-4f09-8816-a81e3b02b284" providerId="ADAL" clId="{63C0A14F-8339-4B1D-B372-5341F39F7C4D}" dt="2024-04-10T06:43:32.536" v="6" actId="478"/>
          <ac:spMkLst>
            <pc:docMk/>
            <pc:sldMk cId="1895345874" sldId="2920"/>
            <ac:spMk id="640" creationId="{00000000-0000-0000-0000-000000000000}"/>
          </ac:spMkLst>
        </pc:spChg>
        <pc:spChg chg="del">
          <ac:chgData name="Лёвкина Наталья" userId="045cc528-69ee-4f09-8816-a81e3b02b284" providerId="ADAL" clId="{63C0A14F-8339-4B1D-B372-5341F39F7C4D}" dt="2024-04-10T06:44:00.543" v="17" actId="478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Лёвкина Наталья" userId="045cc528-69ee-4f09-8816-a81e3b02b284" providerId="ADAL" clId="{63C0A14F-8339-4B1D-B372-5341F39F7C4D}" dt="2024-04-10T06:43:58.535" v="16" actId="1076"/>
          <ac:spMkLst>
            <pc:docMk/>
            <pc:sldMk cId="1895345874" sldId="2920"/>
            <ac:spMk id="646" creationId="{00000000-0000-0000-0000-000000000000}"/>
          </ac:spMkLst>
        </pc:spChg>
        <pc:picChg chg="add mod">
          <ac:chgData name="Лёвкина Наталья" userId="045cc528-69ee-4f09-8816-a81e3b02b284" providerId="ADAL" clId="{63C0A14F-8339-4B1D-B372-5341F39F7C4D}" dt="2024-04-10T06:44:03.183" v="19" actId="1076"/>
          <ac:picMkLst>
            <pc:docMk/>
            <pc:sldMk cId="1895345874" sldId="2920"/>
            <ac:picMk id="2" creationId="{0EA5EA00-0DD2-C5EF-F92B-57D5B6B3D8C0}"/>
          </ac:picMkLst>
        </pc:picChg>
        <pc:picChg chg="del">
          <ac:chgData name="Лёвкина Наталья" userId="045cc528-69ee-4f09-8816-a81e3b02b284" providerId="ADAL" clId="{63C0A14F-8339-4B1D-B372-5341F39F7C4D}" dt="2024-04-10T06:43:14.241" v="1" actId="478"/>
          <ac:picMkLst>
            <pc:docMk/>
            <pc:sldMk cId="1895345874" sldId="2920"/>
            <ac:picMk id="19" creationId="{A703DB85-232A-497D-BF80-88B1378001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марта 2024 по сентябрь 2024, результаты за 6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1 сменный режим работы (по 8 часов), на строительных объектах также работы осуществляются в выходные дни и сверхурочно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предприятия – 250чел.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большое число отклонений планового и фактического расхода материалов</a:t>
            </a:r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200" b="0" i="0" dirty="0">
                <a:solidFill>
                  <a:schemeClr val="accent1">
                    <a:lumMod val="75000"/>
                  </a:schemeClr>
                </a:solidFill>
                <a:effectLst/>
                <a:latin typeface="Open sands"/>
              </a:rPr>
              <a:t>Оптимизация бизнес-процесса формирования среза материалов</a:t>
            </a:r>
          </a:p>
          <a:p>
            <a:pPr algn="just"/>
            <a:endParaRPr lang="ru-RU" b="1" dirty="0">
              <a:solidFill>
                <a:srgbClr val="FFFF00"/>
              </a:solidFill>
            </a:endParaRPr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 ответственных за перерасход материалов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  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Зафиксированы в регламенте процесса ответственные за отклонение фактического расхода материалов от планового значения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 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Сокращение неучтенный расход материалов на 23%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Разные сотрудники предоставляют данные об остатках в разных единицах измерения (Рабочий шт., Кладовщик в пачках, ПТО в тоннах)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  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Сформирован стандарт унификации единиц измерения для строительных материалов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 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Сокращение переучета материала на 17%</a:t>
            </a: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 err="1">
                <a:solidFill>
                  <a:srgbClr val="FFFF00"/>
                </a:solidFill>
              </a:rPr>
              <a:t>Описание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примера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вскрытия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резервов</a:t>
            </a:r>
            <a:r>
              <a:rPr lang="en-US" b="1" dirty="0">
                <a:solidFill>
                  <a:srgbClr val="FFFF00"/>
                </a:solidFill>
              </a:rPr>
              <a:t>: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*</a:t>
            </a:r>
            <a:r>
              <a:rPr lang="en-US" b="1" dirty="0" err="1">
                <a:solidFill>
                  <a:srgbClr val="FFFF00"/>
                </a:solidFill>
              </a:rPr>
              <a:t>Контактная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информация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r>
              <a:rPr lang="ru-RU" b="1" dirty="0">
                <a:solidFill>
                  <a:srgbClr val="FFFF00"/>
                </a:solidFill>
              </a:rPr>
              <a:t> </a:t>
            </a:r>
            <a:r>
              <a:rPr lang="ru-RU" dirty="0"/>
              <a:t>Осипенко Святослав - +79291598589</a:t>
            </a:r>
          </a:p>
          <a:p>
            <a:r>
              <a:rPr lang="en-US" dirty="0">
                <a:solidFill>
                  <a:srgbClr val="FFFF00"/>
                </a:solidFill>
              </a:rPr>
              <a:t>*</a:t>
            </a:r>
            <a:r>
              <a:rPr lang="en-US" b="1" dirty="0" err="1">
                <a:solidFill>
                  <a:srgbClr val="FFFF00"/>
                </a:solidFill>
              </a:rPr>
              <a:t>Срок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реализации</a:t>
            </a:r>
            <a:r>
              <a:rPr lang="en-US" b="1" dirty="0">
                <a:solidFill>
                  <a:srgbClr val="FFFF00"/>
                </a:solidFill>
              </a:rPr>
              <a:t> проекта: </a:t>
            </a:r>
            <a:r>
              <a:rPr lang="en-US" dirty="0">
                <a:solidFill>
                  <a:srgbClr val="FFFF00"/>
                </a:solidFill>
              </a:rPr>
              <a:t>с </a:t>
            </a:r>
            <a:r>
              <a:rPr lang="ru-RU" dirty="0">
                <a:solidFill>
                  <a:srgbClr val="FFFF00"/>
                </a:solidFill>
              </a:rPr>
              <a:t>февраля 2024</a:t>
            </a:r>
            <a:r>
              <a:rPr lang="en-US" dirty="0">
                <a:solidFill>
                  <a:srgbClr val="FFFF00"/>
                </a:solidFill>
              </a:rPr>
              <a:t> п</a:t>
            </a:r>
            <a:r>
              <a:rPr lang="ru-RU" dirty="0">
                <a:solidFill>
                  <a:srgbClr val="FFFF00"/>
                </a:solidFill>
              </a:rPr>
              <a:t>о июнь </a:t>
            </a:r>
            <a:r>
              <a:rPr lang="en-US" dirty="0">
                <a:solidFill>
                  <a:srgbClr val="FFFF00"/>
                </a:solidFill>
              </a:rPr>
              <a:t>202</a:t>
            </a:r>
            <a:r>
              <a:rPr lang="ru-RU" dirty="0">
                <a:solidFill>
                  <a:srgbClr val="FFFF00"/>
                </a:solidFill>
              </a:rPr>
              <a:t>4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результаты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за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ru-RU" dirty="0">
                <a:solidFill>
                  <a:srgbClr val="FFFF00"/>
                </a:solidFill>
              </a:rPr>
              <a:t>5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мес</a:t>
            </a:r>
            <a:r>
              <a:rPr lang="en-US" dirty="0">
                <a:solidFill>
                  <a:srgbClr val="FFFF00"/>
                </a:solidFill>
              </a:rPr>
              <a:t>. </a:t>
            </a:r>
            <a:r>
              <a:rPr lang="ru-RU" dirty="0">
                <a:solidFill>
                  <a:srgbClr val="FFFF00"/>
                </a:solidFill>
              </a:rPr>
              <a:t>Р</a:t>
            </a:r>
            <a:r>
              <a:rPr lang="en-US" dirty="0" err="1">
                <a:solidFill>
                  <a:srgbClr val="FFFF00"/>
                </a:solidFill>
              </a:rPr>
              <a:t>аботы</a:t>
            </a:r>
            <a:endParaRPr lang="ru-RU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*</a:t>
            </a:r>
            <a:r>
              <a:rPr lang="en-US" b="1" dirty="0" err="1">
                <a:solidFill>
                  <a:srgbClr val="FFFF00"/>
                </a:solidFill>
              </a:rPr>
              <a:t>Краткая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информация</a:t>
            </a:r>
            <a:r>
              <a:rPr lang="en-US" b="1" dirty="0">
                <a:solidFill>
                  <a:srgbClr val="FFFF00"/>
                </a:solidFill>
              </a:rPr>
              <a:t> о </a:t>
            </a:r>
            <a:r>
              <a:rPr lang="en-US" b="1" dirty="0" err="1">
                <a:solidFill>
                  <a:srgbClr val="FFFF00"/>
                </a:solidFill>
              </a:rPr>
              <a:t>предприятии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endParaRPr lang="ru-RU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-</a:t>
            </a:r>
            <a:r>
              <a:rPr lang="en-US" dirty="0" err="1">
                <a:solidFill>
                  <a:srgbClr val="FFFF00"/>
                </a:solidFill>
              </a:rPr>
              <a:t>Режим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работы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предприятия</a:t>
            </a:r>
            <a:r>
              <a:rPr lang="en-US" dirty="0">
                <a:solidFill>
                  <a:srgbClr val="FFFF00"/>
                </a:solidFill>
              </a:rPr>
              <a:t>/</a:t>
            </a:r>
            <a:r>
              <a:rPr lang="en-US" dirty="0" err="1">
                <a:solidFill>
                  <a:srgbClr val="FFFF00"/>
                </a:solidFill>
              </a:rPr>
              <a:t>потока</a:t>
            </a:r>
            <a:r>
              <a:rPr lang="en-US" dirty="0">
                <a:solidFill>
                  <a:srgbClr val="FFFF00"/>
                </a:solidFill>
              </a:rPr>
              <a:t> –</a:t>
            </a:r>
            <a:r>
              <a:rPr lang="ru-RU" dirty="0">
                <a:solidFill>
                  <a:srgbClr val="FFFF00"/>
                </a:solidFill>
              </a:rPr>
              <a:t> 1 смена 5 дней в неделю, была  работа в выходные и праздничные дни</a:t>
            </a:r>
          </a:p>
          <a:p>
            <a:r>
              <a:rPr lang="en-US" dirty="0">
                <a:solidFill>
                  <a:srgbClr val="FFFF00"/>
                </a:solidFill>
              </a:rPr>
              <a:t>-</a:t>
            </a:r>
            <a:r>
              <a:rPr lang="en-US" dirty="0" err="1">
                <a:solidFill>
                  <a:srgbClr val="FFFF00"/>
                </a:solidFill>
              </a:rPr>
              <a:t>Численность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предприятия</a:t>
            </a:r>
            <a:r>
              <a:rPr lang="en-US" dirty="0">
                <a:solidFill>
                  <a:srgbClr val="FFFF00"/>
                </a:solidFill>
              </a:rPr>
              <a:t> -</a:t>
            </a:r>
            <a:r>
              <a:rPr lang="ru-RU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чел</a:t>
            </a:r>
            <a:r>
              <a:rPr lang="en-US" dirty="0">
                <a:solidFill>
                  <a:srgbClr val="FFFF00"/>
                </a:solidFill>
              </a:rPr>
              <a:t>.</a:t>
            </a:r>
            <a:r>
              <a:rPr lang="ru-RU" dirty="0">
                <a:solidFill>
                  <a:srgbClr val="FFFF00"/>
                </a:solidFill>
              </a:rPr>
              <a:t> 70</a:t>
            </a:r>
          </a:p>
          <a:p>
            <a:r>
              <a:rPr lang="en-US" dirty="0">
                <a:solidFill>
                  <a:srgbClr val="FFFF00"/>
                </a:solidFill>
              </a:rPr>
              <a:t>-</a:t>
            </a:r>
            <a:r>
              <a:rPr lang="en-US" dirty="0" err="1">
                <a:solidFill>
                  <a:srgbClr val="FFFF00"/>
                </a:solidFill>
              </a:rPr>
              <a:t>Объем</a:t>
            </a:r>
            <a:r>
              <a:rPr lang="en-US" dirty="0">
                <a:solidFill>
                  <a:srgbClr val="FFFF00"/>
                </a:solidFill>
              </a:rPr>
              <a:t> в </a:t>
            </a:r>
            <a:r>
              <a:rPr lang="en-US" dirty="0" err="1">
                <a:solidFill>
                  <a:srgbClr val="FFFF00"/>
                </a:solidFill>
              </a:rPr>
              <a:t>выручке</a:t>
            </a:r>
            <a:r>
              <a:rPr lang="en-US" dirty="0">
                <a:solidFill>
                  <a:srgbClr val="FFFF00"/>
                </a:solidFill>
              </a:rPr>
              <a:t> – </a:t>
            </a:r>
            <a:r>
              <a:rPr lang="ru-RU" dirty="0">
                <a:solidFill>
                  <a:srgbClr val="FFFF00"/>
                </a:solidFill>
              </a:rPr>
              <a:t>100</a:t>
            </a:r>
            <a:r>
              <a:rPr lang="en-US" dirty="0">
                <a:solidFill>
                  <a:srgbClr val="FFFF00"/>
                </a:solidFill>
              </a:rPr>
              <a:t>%</a:t>
            </a:r>
            <a:endParaRPr lang="ru-RU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-</a:t>
            </a:r>
            <a:r>
              <a:rPr lang="en-US" dirty="0" err="1">
                <a:solidFill>
                  <a:srgbClr val="FFFF00"/>
                </a:solidFill>
              </a:rPr>
              <a:t>Причина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открытия</a:t>
            </a:r>
            <a:r>
              <a:rPr lang="en-US" dirty="0">
                <a:solidFill>
                  <a:srgbClr val="FFFF00"/>
                </a:solidFill>
              </a:rPr>
              <a:t> проекта </a:t>
            </a:r>
            <a:r>
              <a:rPr lang="en-US" dirty="0" err="1">
                <a:solidFill>
                  <a:srgbClr val="FFFF00"/>
                </a:solidFill>
              </a:rPr>
              <a:t>именно</a:t>
            </a:r>
            <a:r>
              <a:rPr lang="en-US" dirty="0">
                <a:solidFill>
                  <a:srgbClr val="FFFF00"/>
                </a:solidFill>
              </a:rPr>
              <a:t> в </a:t>
            </a:r>
            <a:r>
              <a:rPr lang="en-US" dirty="0" err="1">
                <a:solidFill>
                  <a:srgbClr val="FFFF00"/>
                </a:solidFill>
              </a:rPr>
              <a:t>этом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потоке</a:t>
            </a:r>
            <a:r>
              <a:rPr lang="en-US" dirty="0">
                <a:solidFill>
                  <a:srgbClr val="FFFF00"/>
                </a:solidFill>
              </a:rPr>
              <a:t> – </a:t>
            </a:r>
            <a:r>
              <a:rPr lang="ru-RU" dirty="0">
                <a:solidFill>
                  <a:srgbClr val="FFFF00"/>
                </a:solidFill>
              </a:rPr>
              <a:t>необходимость увеличения </a:t>
            </a:r>
          </a:p>
          <a:p>
            <a:r>
              <a:rPr lang="en-US" b="1" dirty="0" err="1">
                <a:solidFill>
                  <a:srgbClr val="FFFF00"/>
                </a:solidFill>
              </a:rPr>
              <a:t>Краткая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справка</a:t>
            </a:r>
            <a:r>
              <a:rPr lang="en-US" b="1" dirty="0">
                <a:solidFill>
                  <a:srgbClr val="FFFF00"/>
                </a:solidFill>
              </a:rPr>
              <a:t> о </a:t>
            </a:r>
            <a:r>
              <a:rPr lang="en-US" b="1" dirty="0" err="1">
                <a:solidFill>
                  <a:srgbClr val="FFFF00"/>
                </a:solidFill>
              </a:rPr>
              <a:t>продукте</a:t>
            </a:r>
            <a:r>
              <a:rPr lang="en-US" b="1" dirty="0">
                <a:solidFill>
                  <a:srgbClr val="FFFF00"/>
                </a:solidFill>
              </a:rPr>
              <a:t>: </a:t>
            </a:r>
            <a:endParaRPr lang="ru-RU" dirty="0">
              <a:solidFill>
                <a:srgbClr val="FFFF00"/>
              </a:solidFill>
            </a:endParaRPr>
          </a:p>
          <a:p>
            <a:pPr algn="just"/>
            <a:r>
              <a:rPr lang="ru-RU" b="0" dirty="0">
                <a:solidFill>
                  <a:srgbClr val="FFFF00"/>
                </a:solidFill>
              </a:rPr>
              <a:t>Составление отчета и выплата мотивации</a:t>
            </a:r>
          </a:p>
          <a:p>
            <a:pPr algn="just"/>
            <a:r>
              <a:rPr lang="en-US" b="1" dirty="0" err="1">
                <a:solidFill>
                  <a:srgbClr val="FFFF00"/>
                </a:solidFill>
              </a:rPr>
              <a:t>Информация</a:t>
            </a:r>
            <a:r>
              <a:rPr lang="en-US" b="1" dirty="0">
                <a:solidFill>
                  <a:srgbClr val="FFFF00"/>
                </a:solidFill>
              </a:rPr>
              <a:t> о </a:t>
            </a:r>
            <a:r>
              <a:rPr lang="en-US" b="1" dirty="0" err="1">
                <a:solidFill>
                  <a:srgbClr val="FFFF00"/>
                </a:solidFill>
              </a:rPr>
              <a:t>проекте</a:t>
            </a:r>
            <a:r>
              <a:rPr lang="en-US" b="1" dirty="0">
                <a:solidFill>
                  <a:srgbClr val="FFFF00"/>
                </a:solidFill>
              </a:rPr>
              <a:t>: </a:t>
            </a:r>
            <a:endParaRPr lang="ru-RU" dirty="0">
              <a:solidFill>
                <a:srgbClr val="FFFF00"/>
              </a:solidFill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Задержка процесса в составлении консолидированного отчета при отсутствии результата некоторых Б.Е.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 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Зафиксировано в регламенте процесса составления отчета сроки подачи отчета бизнес-единиц в управляющей компании, назначены ответственные за подачу финансовых результатов бизнес-единицы.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  <a:r>
              <a:rPr lang="ru-RU" sz="1200" b="1" dirty="0">
                <a:latin typeface="Open Sans"/>
                <a:ea typeface="Open Sans"/>
                <a:cs typeface="Open Sans"/>
              </a:rPr>
              <a:t>Длительное составление отчетов, согласования и утверждения в связи с отсутствием ограничений по времени и условий окончания процесса на каждом блоке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cs typeface="Calibri"/>
            </a:endParaRPr>
          </a:p>
          <a:p>
            <a:pPr marL="0" indent="0">
              <a:buNone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  </a:t>
            </a:r>
            <a:r>
              <a:rPr lang="ru-RU" sz="1200" dirty="0">
                <a:latin typeface="Open Sans"/>
                <a:ea typeface="Open Sans"/>
                <a:cs typeface="Open Sans"/>
              </a:rPr>
              <a:t>Автоматизирован процесс, Составлен регламент процесса отчетности и выплаты мотивации с указанием сроком для каждой операции, и эскалации проблем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  <a:r>
              <a:rPr lang="ru-RU" sz="1200" b="1" dirty="0">
                <a:latin typeface="Open Sans"/>
                <a:ea typeface="Open Sans"/>
                <a:cs typeface="Open Sans"/>
              </a:rPr>
              <a:t>Увеличение длительности процесса из-за несвоевременного предоставления документов за отчетный период.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  </a:t>
            </a: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Сформирован чек-лист для проверки документов 25 числа месяца следующего за отчетным, с 25 числа экономист проверяет по чек-листу </a:t>
            </a:r>
            <a:r>
              <a:rPr lang="ru-RU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подгрузку</a:t>
            </a: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документов, эскалация проблемы недогруженных документов на директора бизнес-единицы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13.09.2024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2568463" y="117670"/>
            <a:ext cx="7994800" cy="69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0" b="1" dirty="0">
                <a:solidFill>
                  <a:srgbClr val="094697"/>
                </a:solidFill>
                <a:latin typeface="Montserrat ExtraBold"/>
                <a:ea typeface="Open Sans"/>
                <a:cs typeface="Open Sans"/>
                <a:sym typeface="Montserrat ExtraBold"/>
              </a:rPr>
              <a:t>ПРИМЕРЫ ВСКРЫТИЯ РЕЗЕРВОВ ПРОИЗВОДИТЕЛЬНОСТИ</a:t>
            </a:r>
            <a:endParaRPr lang="ru-RU" sz="1700" b="1">
              <a:solidFill>
                <a:srgbClr val="094697"/>
              </a:solidFill>
              <a:latin typeface="Montserrat ExtraBold"/>
              <a:ea typeface="Open Sans"/>
              <a:cs typeface="Open Sans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4"/>
            <a:ext cx="1356565" cy="5813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gf9645b2320_6_610"/>
          <p:cNvGrpSpPr/>
          <p:nvPr/>
        </p:nvGrpSpPr>
        <p:grpSpPr>
          <a:xfrm>
            <a:off x="2449569" y="1138282"/>
            <a:ext cx="395513" cy="396181"/>
            <a:chOff x="5062425" y="6991838"/>
            <a:chExt cx="717550" cy="718762"/>
          </a:xfrm>
        </p:grpSpPr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21167" y="6363923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991403" y="1159366"/>
            <a:ext cx="3537006" cy="6607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r>
              <a:rPr lang="ru-RU" sz="1650" b="1" dirty="0">
                <a:solidFill>
                  <a:srgbClr val="EF3B2D"/>
                </a:solidFill>
                <a:latin typeface="Open Sans"/>
                <a:ea typeface="Montserrat"/>
                <a:cs typeface="Montserrat"/>
                <a:sym typeface="Montserrat"/>
              </a:rPr>
              <a:t>ООО «БФА-СТРОЙ»</a:t>
            </a:r>
            <a:endParaRPr lang="ru-RU" sz="1650" dirty="0">
              <a:solidFill>
                <a:srgbClr val="EF3B2D"/>
              </a:solidFill>
              <a:latin typeface="Open Sans"/>
              <a:ea typeface="+mj-lt"/>
              <a:cs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1127"/>
            </a:pPr>
            <a:endParaRPr lang="ru-RU" sz="1650" b="1" dirty="0">
              <a:solidFill>
                <a:srgbClr val="EF3B2D"/>
              </a:solidFill>
              <a:latin typeface="Open Sans"/>
              <a:ea typeface="Montserrat"/>
              <a:cs typeface="Montserrat"/>
            </a:endParaRPr>
          </a:p>
        </p:txBody>
      </p:sp>
      <p:sp>
        <p:nvSpPr>
          <p:cNvPr id="639" name="Google Shape;639;gf9645b2320_6_610"/>
          <p:cNvSpPr txBox="1"/>
          <p:nvPr/>
        </p:nvSpPr>
        <p:spPr>
          <a:xfrm>
            <a:off x="4524410" y="1034072"/>
            <a:ext cx="5583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41.2 (Строительство жилых и нежилых зданий)</a:t>
            </a:r>
            <a:endParaRPr lang="ru-RU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21167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21167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21167" y="2770775"/>
            <a:ext cx="3248839" cy="12402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Сокращение отклонений при планировании строительных материалов на объекте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303085" y="2563742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605506" y="254778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25470" y="2534365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23602" y="4345522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шт./час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gf9645b2320_6_610"/>
          <p:cNvSpPr txBox="1"/>
          <p:nvPr/>
        </p:nvSpPr>
        <p:spPr>
          <a:xfrm>
            <a:off x="8867039" y="4990998"/>
            <a:ext cx="9271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0,0094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gf9645b2320_6_610"/>
          <p:cNvSpPr txBox="1"/>
          <p:nvPr/>
        </p:nvSpPr>
        <p:spPr>
          <a:xfrm>
            <a:off x="10615546" y="4642731"/>
            <a:ext cx="100877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0,0107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765051" y="4773534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633844" y="4677851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+14%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8962066" y="478868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799196" y="4913326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1042" y="5500600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НЗП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%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gf9645b2320_6_610"/>
          <p:cNvSpPr txBox="1"/>
          <p:nvPr/>
        </p:nvSpPr>
        <p:spPr>
          <a:xfrm>
            <a:off x="8908631" y="5775523"/>
            <a:ext cx="7557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25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gf9645b2320_6_610"/>
          <p:cNvSpPr txBox="1"/>
          <p:nvPr/>
        </p:nvSpPr>
        <p:spPr>
          <a:xfrm>
            <a:off x="10719732" y="6150294"/>
            <a:ext cx="8139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>
            <a:cxnSpLocks/>
          </p:cNvCxnSpPr>
          <p:nvPr/>
        </p:nvCxnSpPr>
        <p:spPr>
          <a:xfrm flipH="1" flipV="1">
            <a:off x="9544001" y="6041022"/>
            <a:ext cx="1255195" cy="506927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803346" y="5777335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-20%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1" name="Google Shape;661;gf9645b2320_6_610"/>
          <p:cNvSpPr txBox="1"/>
          <p:nvPr/>
        </p:nvSpPr>
        <p:spPr>
          <a:xfrm>
            <a:off x="8934501" y="5991231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f9645b2320_6_610"/>
          <p:cNvSpPr txBox="1"/>
          <p:nvPr/>
        </p:nvSpPr>
        <p:spPr>
          <a:xfrm>
            <a:off x="10791294" y="6351646"/>
            <a:ext cx="673143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835050" y="3147055"/>
            <a:ext cx="3222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час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gf9645b2320_6_610"/>
          <p:cNvSpPr txBox="1"/>
          <p:nvPr/>
        </p:nvSpPr>
        <p:spPr>
          <a:xfrm>
            <a:off x="8748384" y="3347023"/>
            <a:ext cx="71778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107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665" name="Google Shape;665;gf9645b2320_6_610"/>
          <p:cNvSpPr txBox="1"/>
          <p:nvPr/>
        </p:nvSpPr>
        <p:spPr>
          <a:xfrm>
            <a:off x="10853264" y="3731912"/>
            <a:ext cx="59552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95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66" name="Google Shape;666;gf9645b2320_6_610"/>
          <p:cNvCxnSpPr>
            <a:cxnSpLocks/>
          </p:cNvCxnSpPr>
          <p:nvPr/>
        </p:nvCxnSpPr>
        <p:spPr>
          <a:xfrm flipH="1" flipV="1">
            <a:off x="9392053" y="3577902"/>
            <a:ext cx="1419081" cy="491726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765051" y="3273720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-13%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8" name="Google Shape;668;gf9645b2320_6_610"/>
          <p:cNvSpPr txBox="1"/>
          <p:nvPr/>
        </p:nvSpPr>
        <p:spPr>
          <a:xfrm>
            <a:off x="8855584" y="3590223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f9645b2320_6_610"/>
          <p:cNvSpPr txBox="1"/>
          <p:nvPr/>
        </p:nvSpPr>
        <p:spPr>
          <a:xfrm>
            <a:off x="10752161" y="397476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Текст 3">
            <a:extLst>
              <a:ext uri="{FF2B5EF4-FFF2-40B4-BE49-F238E27FC236}">
                <a16:creationId xmlns:a16="http://schemas.microsoft.com/office/drawing/2014/main" id="{708E648B-3E83-4024-A470-0CAF496988AF}"/>
              </a:ext>
            </a:extLst>
          </p:cNvPr>
          <p:cNvSpPr txBox="1">
            <a:spLocks/>
          </p:cNvSpPr>
          <p:nvPr/>
        </p:nvSpPr>
        <p:spPr>
          <a:xfrm>
            <a:off x="1804390" y="2025230"/>
            <a:ext cx="978878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Формирование среза материалов</a:t>
            </a:r>
            <a:r>
              <a:rPr lang="ru-RU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  <a:p>
            <a:endParaRPr lang="ru-RU" dirty="0"/>
          </a:p>
        </p:txBody>
      </p:sp>
      <p:sp>
        <p:nvSpPr>
          <p:cNvPr id="62" name="Текст 5">
            <a:extLst>
              <a:ext uri="{FF2B5EF4-FFF2-40B4-BE49-F238E27FC236}">
                <a16:creationId xmlns:a16="http://schemas.microsoft.com/office/drawing/2014/main" id="{51FB38B2-90A5-46D8-9F16-5B596D343557}"/>
              </a:ext>
            </a:extLst>
          </p:cNvPr>
          <p:cNvSpPr txBox="1">
            <a:spLocks/>
          </p:cNvSpPr>
          <p:nvPr/>
        </p:nvSpPr>
        <p:spPr>
          <a:xfrm>
            <a:off x="3163027" y="2897810"/>
            <a:ext cx="5517522" cy="424423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Зафиксированы в регламенте процесса ответственные за отклонение фактического расхода материалов от планового значения,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неучтенный расход материалов на 23%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Сформирован стандарт унификации единиц измерения для строительных материалов,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количество времени переучета на 17%</a:t>
            </a:r>
            <a:endParaRPr lang="ru-RU" sz="1600" dirty="0">
              <a:latin typeface="Open Sans"/>
              <a:ea typeface="Verdana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Внедрен производственный анализ на площадке, с указанием количества перерасхода материала от планового значения,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сократить отклонения на 5%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Отклонения планового значения расходов материалов от фактического зафиксированы в картах КПЭ руководителей строительных объектов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260614-CDA4-3306-B0DF-67941BCB3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9" y="3972035"/>
            <a:ext cx="3108862" cy="1971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83454" y="1081214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152838" y="2074619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383477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752930" y="2929210"/>
            <a:ext cx="7081300" cy="6858000"/>
          </a:xfrm>
          <a:prstGeom prst="rect">
            <a:avLst/>
          </a:prstGeom>
        </p:spPr>
      </p:pic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835" y="3744231"/>
            <a:ext cx="70813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439133" y="3246823"/>
            <a:ext cx="4007203" cy="342773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-13%</a:t>
            </a:r>
          </a:p>
          <a:p>
            <a:r>
              <a:rPr lang="ru-RU" sz="1470" dirty="0">
                <a:latin typeface="Montserrat" panose="00000500000000000000" pitchFamily="2" charset="-52"/>
              </a:rPr>
              <a:t>время протекания процесса</a:t>
            </a:r>
          </a:p>
          <a:p>
            <a:r>
              <a:rPr lang="ru-RU" sz="1470" b="1" dirty="0">
                <a:solidFill>
                  <a:srgbClr val="245AA2"/>
                </a:solidFill>
                <a:latin typeface="Montserrat" panose="00000500000000000000" pitchFamily="2" charset="-52"/>
              </a:rPr>
              <a:t> </a:t>
            </a:r>
            <a:br>
              <a:rPr lang="ru-RU" sz="3733" b="1" dirty="0">
                <a:solidFill>
                  <a:srgbClr val="245AA2"/>
                </a:solidFill>
                <a:latin typeface="Montserrat ExtraBold"/>
              </a:rPr>
            </a:br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+14%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-20%</a:t>
            </a:r>
          </a:p>
          <a:p>
            <a:r>
              <a:rPr lang="ru-RU" sz="1467" dirty="0">
                <a:latin typeface="Montserrat"/>
              </a:rPr>
              <a:t>незавершенное производство </a:t>
            </a:r>
            <a:br>
              <a:rPr lang="ru-RU" sz="1467" dirty="0">
                <a:latin typeface="Montserrat"/>
              </a:rPr>
            </a:br>
            <a:r>
              <a:rPr lang="ru-RU" sz="1467" dirty="0">
                <a:latin typeface="Montserrat"/>
              </a:rPr>
              <a:t>в потоке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015635A7-9CE0-0943-38C1-9960A709FFFE}"/>
              </a:ext>
            </a:extLst>
          </p:cNvPr>
          <p:cNvSpPr txBox="1">
            <a:spLocks/>
          </p:cNvSpPr>
          <p:nvPr/>
        </p:nvSpPr>
        <p:spPr>
          <a:xfrm>
            <a:off x="805937" y="1233641"/>
            <a:ext cx="1119830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Формирование среза материалов</a:t>
            </a: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  <a:p>
            <a:endParaRPr lang="ru-RU" dirty="0"/>
          </a:p>
        </p:txBody>
      </p:sp>
      <p:sp>
        <p:nvSpPr>
          <p:cNvPr id="5" name="Google Shape;644;gf9645b2320_6_610">
            <a:extLst>
              <a:ext uri="{FF2B5EF4-FFF2-40B4-BE49-F238E27FC236}">
                <a16:creationId xmlns:a16="http://schemas.microsoft.com/office/drawing/2014/main" id="{4C8868D4-6A51-6D5C-2469-4C098F3D8B7B}"/>
              </a:ext>
            </a:extLst>
          </p:cNvPr>
          <p:cNvSpPr txBox="1">
            <a:spLocks/>
          </p:cNvSpPr>
          <p:nvPr/>
        </p:nvSpPr>
        <p:spPr>
          <a:xfrm>
            <a:off x="2557454" y="1808142"/>
            <a:ext cx="6306178" cy="10817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Сокращение отклонений при планировании строительных материалов на объекте</a:t>
            </a: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Clr>
                <a:srgbClr val="7F7F7F"/>
              </a:buClr>
              <a:buSzPts val="1125"/>
              <a:buFont typeface="Arial" panose="020B0604020202020204" pitchFamily="34" charset="0"/>
              <a:buNone/>
            </a:pP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7F6E4D-B774-4E14-B45A-1D75DAAA3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48196"/>
            <a:ext cx="2974225" cy="1886508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40A92AF0-2319-BA62-8B71-398567E35AF0}"/>
              </a:ext>
            </a:extLst>
          </p:cNvPr>
          <p:cNvSpPr txBox="1">
            <a:spLocks/>
          </p:cNvSpPr>
          <p:nvPr/>
        </p:nvSpPr>
        <p:spPr>
          <a:xfrm>
            <a:off x="2974225" y="2556698"/>
            <a:ext cx="5517522" cy="424423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Зафиксированы в регламенте процесса ответственные за отклонение фактического расхода материалов от планового значения,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неучтенный расход материалов на 23%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Сформирован стандарт унификации единиц измерения для строительных материалов,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количество переучета материалов 17%</a:t>
            </a:r>
            <a:endParaRPr lang="ru-RU" sz="1600" dirty="0">
              <a:latin typeface="Open Sans"/>
              <a:ea typeface="Verdana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Внедрен производственный анализ на площадке, с указанием количества перерасхода материала от планового значения,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сократить отклонения на 5%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Отклонения планового значения расходов материалов от фактического зафиксированы в картах КПЭ руководителей строительных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8953458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70B337-5083-4C0A-88D3-FBF4B1B760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7169</TotalTime>
  <Words>680</Words>
  <Application>Microsoft Office PowerPoint</Application>
  <PresentationFormat>Широкоэкранный</PresentationFormat>
  <Paragraphs>89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sands</vt:lpstr>
      <vt:lpstr>Open Sans</vt:lpstr>
      <vt:lpstr>Тема Office</vt:lpstr>
      <vt:lpstr>ООО «БФА-СТРОЙ»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«Ферроприбор»  Санкт-Петербург</dc:title>
  <dc:creator>Левкина Наталья</dc:creator>
  <cp:lastModifiedBy>Слиньков Александр</cp:lastModifiedBy>
  <cp:revision>121</cp:revision>
  <dcterms:created xsi:type="dcterms:W3CDTF">2021-08-02T16:17:08Z</dcterms:created>
  <dcterms:modified xsi:type="dcterms:W3CDTF">2024-09-13T08:27:48Z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