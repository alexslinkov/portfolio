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6"/>
  </p:notesMasterIdLst>
  <p:sldIdLst>
    <p:sldId id="3051" r:id="rId5"/>
  </p:sldIdLst>
  <p:sldSz cx="9144000" cy="5143500" type="screen16x9"/>
  <p:notesSz cx="6858000" cy="9144000"/>
  <p:embeddedFontLst>
    <p:embeddedFont>
      <p:font typeface="Montserrat" pitchFamily="2" charset="0"/>
      <p:regular r:id="rId7"/>
      <p:bold r:id="rId8"/>
      <p:italic r:id="rId9"/>
      <p:boldItalic r:id="rId10"/>
    </p:embeddedFont>
    <p:embeddedFont>
      <p:font typeface="Montserrat ExtraBold" panose="020F0502020204030204" pitchFamily="34" charset="0"/>
      <p:bold r:id="rId11"/>
      <p:italic r:id="rId12"/>
      <p:boldItalic r:id="rId13"/>
    </p:embeddedFont>
    <p:embeddedFont>
      <p:font typeface="Montserrat Medium" panose="020F0502020204030204" pitchFamily="34" charset="0"/>
      <p:regular r:id="rId14"/>
      <p: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97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2981" userDrawn="1">
          <p15:clr>
            <a:srgbClr val="A4A3A4"/>
          </p15:clr>
        </p15:guide>
        <p15:guide id="5" pos="340" userDrawn="1">
          <p15:clr>
            <a:srgbClr val="A4A3A4"/>
          </p15:clr>
        </p15:guide>
        <p15:guide id="6" pos="542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guR8gb2A1wM6OPMo88uz8AKXofG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521BC0-6F7C-3658-B6B6-A0D9878F0AD4}" name="Басанцова Надежда Викторовна" initials="НБ" userId="S::basancova_nv@archk.ru::a4a22c46-708d-46f4-a9a6-2f1df98224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A1"/>
    <a:srgbClr val="0068D0"/>
    <a:srgbClr val="094697"/>
    <a:srgbClr val="4FA7FF"/>
    <a:srgbClr val="7CD6B9"/>
    <a:srgbClr val="E62720"/>
    <a:srgbClr val="FB542A"/>
    <a:srgbClr val="FBD554"/>
    <a:srgbClr val="3BABFF"/>
    <a:srgbClr val="00A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6F7332-AD3F-4D36-8F4E-435D40418A87}" v="53" dt="2025-09-30T08:15:23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33" autoAdjust="0"/>
    <p:restoredTop sz="59367" autoAdjust="0"/>
  </p:normalViewPr>
  <p:slideViewPr>
    <p:cSldViewPr snapToGrid="0">
      <p:cViewPr varScale="1">
        <p:scale>
          <a:sx n="97" d="100"/>
          <a:sy n="97" d="100"/>
        </p:scale>
        <p:origin x="2736" y="192"/>
      </p:cViewPr>
      <p:guideLst>
        <p:guide orient="horz" pos="1597"/>
        <p:guide pos="2880"/>
        <p:guide orient="horz" pos="259"/>
        <p:guide orient="horz" pos="2981"/>
        <p:guide pos="340"/>
        <p:guide pos="5420"/>
      </p:guideLst>
    </p:cSldViewPr>
  </p:slideViewPr>
  <p:notesTextViewPr>
    <p:cViewPr>
      <p:scale>
        <a:sx n="1" d="1"/>
        <a:sy n="1" d="1"/>
      </p:scale>
      <p:origin x="0" y="-188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font" Target="fonts/font15.fntdata"/><Relationship Id="rId84" Type="http://schemas.microsoft.com/office/2016/11/relationships/changesInfo" Target="changesInfos/changesInfo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79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82" Type="http://schemas.openxmlformats.org/officeDocument/2006/relationships/theme" Target="theme/theme1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81" Type="http://schemas.openxmlformats.org/officeDocument/2006/relationships/viewProps" Target="viewProps.xml"/><Relationship Id="rId86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оропова Анастасия Игоревна" userId="95aaafd3-aa7c-492f-a7df-a919cb5b5516" providerId="ADAL" clId="{21D42E57-6C42-534F-9754-87A5399C4943}"/>
    <pc:docChg chg="undo custSel addSld delSld modSld modMainMaster">
      <pc:chgData name="Торопова Анастасия Игоревна" userId="95aaafd3-aa7c-492f-a7df-a919cb5b5516" providerId="ADAL" clId="{21D42E57-6C42-534F-9754-87A5399C4943}" dt="2025-01-09T08:28:22.732" v="110" actId="2696"/>
      <pc:docMkLst>
        <pc:docMk/>
      </pc:docMkLst>
      <pc:sldChg chg="modSp mod setBg">
        <pc:chgData name="Торопова Анастасия Игоревна" userId="95aaafd3-aa7c-492f-a7df-a919cb5b5516" providerId="ADAL" clId="{21D42E57-6C42-534F-9754-87A5399C4943}" dt="2025-01-09T07:51:55.565" v="81" actId="14100"/>
        <pc:sldMkLst>
          <pc:docMk/>
          <pc:sldMk cId="2412046183" sldId="288"/>
        </pc:sldMkLst>
      </pc:sldChg>
      <pc:sldChg chg="setBg">
        <pc:chgData name="Торопова Анастасия Игоревна" userId="95aaafd3-aa7c-492f-a7df-a919cb5b5516" providerId="ADAL" clId="{21D42E57-6C42-534F-9754-87A5399C4943}" dt="2025-01-09T07:46:05.098" v="39"/>
        <pc:sldMkLst>
          <pc:docMk/>
          <pc:sldMk cId="915579831" sldId="2813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47.649" v="26" actId="478"/>
        <pc:sldMkLst>
          <pc:docMk/>
          <pc:sldMk cId="3764764565" sldId="2897"/>
        </pc:sldMkLst>
      </pc:sldChg>
      <pc:sldChg chg="modSp mod setBg">
        <pc:chgData name="Торопова Анастасия Игоревна" userId="95aaafd3-aa7c-492f-a7df-a919cb5b5516" providerId="ADAL" clId="{21D42E57-6C42-534F-9754-87A5399C4943}" dt="2025-01-09T07:45:40.588" v="24"/>
        <pc:sldMkLst>
          <pc:docMk/>
          <pc:sldMk cId="1549096448" sldId="2909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44.708" v="25" actId="478"/>
        <pc:sldMkLst>
          <pc:docMk/>
          <pc:sldMk cId="3032043326" sldId="2912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7:23.261" v="72" actId="478"/>
        <pc:sldMkLst>
          <pc:docMk/>
          <pc:sldMk cId="2576581210" sldId="2921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57.055" v="29" actId="478"/>
        <pc:sldMkLst>
          <pc:docMk/>
          <pc:sldMk cId="925396004" sldId="2993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09.458" v="40" actId="478"/>
        <pc:sldMkLst>
          <pc:docMk/>
          <pc:sldMk cId="2552990444" sldId="2994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11.934" v="41" actId="478"/>
        <pc:sldMkLst>
          <pc:docMk/>
          <pc:sldMk cId="1307807399" sldId="2995"/>
        </pc:sldMkLst>
      </pc:sldChg>
      <pc:sldChg chg="delSp modSp mod">
        <pc:chgData name="Торопова Анастасия Игоревна" userId="95aaafd3-aa7c-492f-a7df-a919cb5b5516" providerId="ADAL" clId="{21D42E57-6C42-534F-9754-87A5399C4943}" dt="2025-01-09T07:59:07.404" v="95" actId="1037"/>
        <pc:sldMkLst>
          <pc:docMk/>
          <pc:sldMk cId="399098417" sldId="2996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18.397" v="43" actId="478"/>
        <pc:sldMkLst>
          <pc:docMk/>
          <pc:sldMk cId="1960742238" sldId="2997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29.456" v="46" actId="478"/>
        <pc:sldMkLst>
          <pc:docMk/>
          <pc:sldMk cId="1428704274" sldId="2999"/>
        </pc:sldMkLst>
      </pc:sldChg>
      <pc:sldChg chg="modSp del mod setBg">
        <pc:chgData name="Торопова Анастасия Игоревна" userId="95aaafd3-aa7c-492f-a7df-a919cb5b5516" providerId="ADAL" clId="{21D42E57-6C42-534F-9754-87A5399C4943}" dt="2025-01-09T08:28:22.732" v="110" actId="2696"/>
        <pc:sldMkLst>
          <pc:docMk/>
          <pc:sldMk cId="11345562" sldId="3003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7:10.178" v="63" actId="478"/>
        <pc:sldMkLst>
          <pc:docMk/>
          <pc:sldMk cId="267001274" sldId="3004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7:00.323" v="56" actId="478"/>
        <pc:sldMkLst>
          <pc:docMk/>
          <pc:sldMk cId="1760405938" sldId="3006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41.462" v="50" actId="478"/>
        <pc:sldMkLst>
          <pc:docMk/>
          <pc:sldMk cId="1593684467" sldId="3007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47.363" v="52" actId="478"/>
        <pc:sldMkLst>
          <pc:docMk/>
          <pc:sldMk cId="966360407" sldId="3009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37.799" v="49" actId="478"/>
        <pc:sldMkLst>
          <pc:docMk/>
          <pc:sldMk cId="2181797731" sldId="3010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22.028" v="44" actId="478"/>
        <pc:sldMkLst>
          <pc:docMk/>
          <pc:sldMk cId="704530336" sldId="3011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44.220" v="51" actId="478"/>
        <pc:sldMkLst>
          <pc:docMk/>
          <pc:sldMk cId="1532237897" sldId="3012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35.120" v="48" actId="478"/>
        <pc:sldMkLst>
          <pc:docMk/>
          <pc:sldMk cId="270427036" sldId="3013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32.050" v="47" actId="478"/>
        <pc:sldMkLst>
          <pc:docMk/>
          <pc:sldMk cId="1060707554" sldId="3014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24.736" v="45" actId="478"/>
        <pc:sldMkLst>
          <pc:docMk/>
          <pc:sldMk cId="409296608" sldId="3015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53.671" v="28" actId="478"/>
        <pc:sldMkLst>
          <pc:docMk/>
          <pc:sldMk cId="1135473347" sldId="3016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50.343" v="27" actId="478"/>
        <pc:sldMkLst>
          <pc:docMk/>
          <pc:sldMk cId="1480035467" sldId="3017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50.273" v="53" actId="478"/>
        <pc:sldMkLst>
          <pc:docMk/>
          <pc:sldMk cId="1205238135" sldId="3018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53.294" v="54" actId="478"/>
        <pc:sldMkLst>
          <pc:docMk/>
          <pc:sldMk cId="1049940160" sldId="3019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57.658" v="55" actId="478"/>
        <pc:sldMkLst>
          <pc:docMk/>
          <pc:sldMk cId="3690361039" sldId="3020"/>
        </pc:sldMkLst>
      </pc:sldChg>
      <pc:sldChg chg="delSp modSp mod setBg">
        <pc:chgData name="Торопова Анастасия Игоревна" userId="95aaafd3-aa7c-492f-a7df-a919cb5b5516" providerId="ADAL" clId="{21D42E57-6C42-534F-9754-87A5399C4943}" dt="2025-01-09T07:49:56.153" v="73" actId="1076"/>
        <pc:sldMkLst>
          <pc:docMk/>
          <pc:sldMk cId="2867832836" sldId="3021"/>
        </pc:sldMkLst>
      </pc:sldChg>
      <pc:sldChg chg="addSp delSp modSp add mod">
        <pc:chgData name="Торопова Анастасия Игоревна" userId="95aaafd3-aa7c-492f-a7df-a919cb5b5516" providerId="ADAL" clId="{21D42E57-6C42-534F-9754-87A5399C4943}" dt="2025-01-09T08:28:08.651" v="109" actId="1076"/>
        <pc:sldMkLst>
          <pc:docMk/>
          <pc:sldMk cId="532459798" sldId="3022"/>
        </pc:sldMkLst>
      </pc:sldChg>
      <pc:sldMasterChg chg="setBg modSldLayout">
        <pc:chgData name="Торопова Анастасия Игоревна" userId="95aaafd3-aa7c-492f-a7df-a919cb5b5516" providerId="ADAL" clId="{21D42E57-6C42-534F-9754-87A5399C4943}" dt="2025-01-09T07:45:30.139" v="16"/>
        <pc:sldMasterMkLst>
          <pc:docMk/>
          <pc:sldMasterMk cId="0" sldId="2147483648"/>
        </pc:sldMasterMkLst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60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17226286" sldId="2147483667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17226286" sldId="2147483668"/>
          </pc:sldLayoutMkLst>
        </pc:sldLayoutChg>
      </pc:sldMasterChg>
    </pc:docChg>
  </pc:docChgLst>
  <pc:docChgLst>
    <pc:chgData name="Торопова Анастасия Игоревна" userId="95aaafd3-aa7c-492f-a7df-a919cb5b5516" providerId="ADAL" clId="{58D3936F-0E35-4C44-9231-97F90E93B716}"/>
    <pc:docChg chg="modSld">
      <pc:chgData name="Торопова Анастасия Игоревна" userId="95aaafd3-aa7c-492f-a7df-a919cb5b5516" providerId="ADAL" clId="{58D3936F-0E35-4C44-9231-97F90E93B716}" dt="2024-11-12T13:26:18.456" v="11" actId="1076"/>
      <pc:docMkLst>
        <pc:docMk/>
      </pc:docMkLst>
      <pc:sldChg chg="addSp modSp mod">
        <pc:chgData name="Торопова Анастасия Игоревна" userId="95aaafd3-aa7c-492f-a7df-a919cb5b5516" providerId="ADAL" clId="{58D3936F-0E35-4C44-9231-97F90E93B716}" dt="2024-11-12T13:26:18.456" v="11" actId="1076"/>
        <pc:sldMkLst>
          <pc:docMk/>
          <pc:sldMk cId="1549096448" sldId="2909"/>
        </pc:sldMkLst>
      </pc:sldChg>
    </pc:docChg>
  </pc:docChgLst>
  <pc:docChgLst>
    <pc:chgData name="Дмитриев Федор" userId="e2819367-5eb0-4dee-8ae5-b5780d5b537e" providerId="ADAL" clId="{C75FA42C-F703-4AD6-A86B-5F847CF64B61}"/>
    <pc:docChg chg="addSld delSld modSld">
      <pc:chgData name="Дмитриев Федор" userId="e2819367-5eb0-4dee-8ae5-b5780d5b537e" providerId="ADAL" clId="{C75FA42C-F703-4AD6-A86B-5F847CF64B61}" dt="2024-09-23T13:18:54.527" v="1" actId="47"/>
      <pc:docMkLst>
        <pc:docMk/>
      </pc:docMkLst>
      <pc:sldChg chg="del">
        <pc:chgData name="Дмитриев Федор" userId="e2819367-5eb0-4dee-8ae5-b5780d5b537e" providerId="ADAL" clId="{C75FA42C-F703-4AD6-A86B-5F847CF64B61}" dt="2024-09-23T13:18:54.527" v="1" actId="47"/>
        <pc:sldMkLst>
          <pc:docMk/>
          <pc:sldMk cId="0" sldId="269"/>
        </pc:sldMkLst>
      </pc:sldChg>
      <pc:sldChg chg="add">
        <pc:chgData name="Дмитриев Федор" userId="e2819367-5eb0-4dee-8ae5-b5780d5b537e" providerId="ADAL" clId="{C75FA42C-F703-4AD6-A86B-5F847CF64B61}" dt="2024-09-23T13:18:50.870" v="0"/>
        <pc:sldMkLst>
          <pc:docMk/>
          <pc:sldMk cId="2576581210" sldId="2921"/>
        </pc:sldMkLst>
      </pc:sldChg>
    </pc:docChg>
  </pc:docChgLst>
  <pc:docChgLst>
    <pc:chgData name="Торопова Анастасия Игоревна" userId="95aaafd3-aa7c-492f-a7df-a919cb5b5516" providerId="ADAL" clId="{1FEF47D8-67D8-4903-9EAC-474F6DA32C08}"/>
    <pc:docChg chg="custSel modSld modMainMaster">
      <pc:chgData name="Торопова Анастасия Игоревна" userId="95aaafd3-aa7c-492f-a7df-a919cb5b5516" providerId="ADAL" clId="{1FEF47D8-67D8-4903-9EAC-474F6DA32C08}" dt="2023-12-22T12:20:19.147" v="41" actId="14826"/>
      <pc:docMkLst>
        <pc:docMk/>
      </pc:docMkLst>
      <pc:sldChg chg="setBg">
        <pc:chgData name="Торопова Анастасия Игоревна" userId="95aaafd3-aa7c-492f-a7df-a919cb5b5516" providerId="ADAL" clId="{1FEF47D8-67D8-4903-9EAC-474F6DA32C08}" dt="2023-12-22T12:11:46.164" v="8"/>
        <pc:sldMkLst>
          <pc:docMk/>
          <pc:sldMk cId="2412046183" sldId="288"/>
        </pc:sldMkLst>
      </pc:sldChg>
      <pc:sldChg chg="setBg">
        <pc:chgData name="Торопова Анастасия Игоревна" userId="95aaafd3-aa7c-492f-a7df-a919cb5b5516" providerId="ADAL" clId="{1FEF47D8-67D8-4903-9EAC-474F6DA32C08}" dt="2023-12-22T12:14:44.996" v="12"/>
        <pc:sldMkLst>
          <pc:docMk/>
          <pc:sldMk cId="915579831" sldId="2813"/>
        </pc:sldMkLst>
      </pc:sldChg>
      <pc:sldChg chg="setBg">
        <pc:chgData name="Торопова Анастасия Игоревна" userId="95aaafd3-aa7c-492f-a7df-a919cb5b5516" providerId="ADAL" clId="{1FEF47D8-67D8-4903-9EAC-474F6DA32C08}" dt="2023-12-22T12:11:27.861" v="6"/>
        <pc:sldMkLst>
          <pc:docMk/>
          <pc:sldMk cId="1549096448" sldId="2909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7:36.516" v="26" actId="14826"/>
        <pc:sldMkLst>
          <pc:docMk/>
          <pc:sldMk cId="3032043326" sldId="2912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01.027" v="28" actId="14826"/>
        <pc:sldMkLst>
          <pc:docMk/>
          <pc:sldMk cId="1307807399" sldId="2995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12.071" v="29" actId="14826"/>
        <pc:sldMkLst>
          <pc:docMk/>
          <pc:sldMk cId="399098417" sldId="2996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21.531" v="30" actId="14826"/>
        <pc:sldMkLst>
          <pc:docMk/>
          <pc:sldMk cId="1960742238" sldId="2997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51.776" v="33" actId="14826"/>
        <pc:sldMkLst>
          <pc:docMk/>
          <pc:sldMk cId="1428704274" sldId="2999"/>
        </pc:sldMkLst>
      </pc:sldChg>
      <pc:sldChg chg="setBg">
        <pc:chgData name="Торопова Анастасия Игоревна" userId="95aaafd3-aa7c-492f-a7df-a919cb5b5516" providerId="ADAL" clId="{1FEF47D8-67D8-4903-9EAC-474F6DA32C08}" dt="2023-12-22T12:11:59.257" v="10"/>
        <pc:sldMkLst>
          <pc:docMk/>
          <pc:sldMk cId="11345562" sldId="3003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39.159" v="37" actId="14826"/>
        <pc:sldMkLst>
          <pc:docMk/>
          <pc:sldMk cId="1593684467" sldId="3007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20:00.303" v="39" actId="14826"/>
        <pc:sldMkLst>
          <pc:docMk/>
          <pc:sldMk cId="966360407" sldId="3009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31.265" v="36" actId="14826"/>
        <pc:sldMkLst>
          <pc:docMk/>
          <pc:sldMk cId="2181797731" sldId="3010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31.649" v="31" actId="14826"/>
        <pc:sldMkLst>
          <pc:docMk/>
          <pc:sldMk cId="704530336" sldId="3011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52.193" v="38" actId="14826"/>
        <pc:sldMkLst>
          <pc:docMk/>
          <pc:sldMk cId="1532237897" sldId="3012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20.334" v="35" actId="14826"/>
        <pc:sldMkLst>
          <pc:docMk/>
          <pc:sldMk cId="270427036" sldId="3013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08.519" v="34" actId="14826"/>
        <pc:sldMkLst>
          <pc:docMk/>
          <pc:sldMk cId="1060707554" sldId="3014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43.580" v="32" actId="14826"/>
        <pc:sldMkLst>
          <pc:docMk/>
          <pc:sldMk cId="409296608" sldId="3015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7:49.125" v="27" actId="14826"/>
        <pc:sldMkLst>
          <pc:docMk/>
          <pc:sldMk cId="1135473347" sldId="3016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20:09.581" v="40" actId="14826"/>
        <pc:sldMkLst>
          <pc:docMk/>
          <pc:sldMk cId="1205238135" sldId="3018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20:19.147" v="41" actId="14826"/>
        <pc:sldMkLst>
          <pc:docMk/>
          <pc:sldMk cId="1049940160" sldId="3019"/>
        </pc:sldMkLst>
      </pc:sldChg>
      <pc:sldChg chg="addSp delSp modSp mod">
        <pc:chgData name="Торопова Анастасия Игоревна" userId="95aaafd3-aa7c-492f-a7df-a919cb5b5516" providerId="ADAL" clId="{1FEF47D8-67D8-4903-9EAC-474F6DA32C08}" dt="2023-12-22T12:17:15.068" v="25" actId="14826"/>
        <pc:sldMkLst>
          <pc:docMk/>
          <pc:sldMk cId="2867832836" sldId="3021"/>
        </pc:sldMkLst>
      </pc:sldChg>
      <pc:sldMasterChg chg="modSldLayout">
        <pc:chgData name="Торопова Анастасия Игоревна" userId="95aaafd3-aa7c-492f-a7df-a919cb5b5516" providerId="ADAL" clId="{1FEF47D8-67D8-4903-9EAC-474F6DA32C08}" dt="2023-12-22T12:08:56.444" v="0"/>
        <pc:sldMasterMkLst>
          <pc:docMk/>
          <pc:sldMasterMk cId="0" sldId="2147483648"/>
        </pc:sldMasterMkLst>
        <pc:sldLayoutChg chg="delSp">
          <pc:chgData name="Торопова Анастасия Игоревна" userId="95aaafd3-aa7c-492f-a7df-a919cb5b5516" providerId="ADAL" clId="{1FEF47D8-67D8-4903-9EAC-474F6DA32C08}" dt="2023-12-22T12:08:56.444" v="0"/>
          <pc:sldLayoutMkLst>
            <pc:docMk/>
            <pc:sldMasterMk cId="0" sldId="2147483648"/>
            <pc:sldLayoutMk cId="17226286" sldId="2147483668"/>
          </pc:sldLayoutMkLst>
        </pc:sldLayoutChg>
      </pc:sldMasterChg>
    </pc:docChg>
  </pc:docChgLst>
  <pc:docChgLst>
    <pc:chgData name="Лёвкина Наталья" userId="045cc528-69ee-4f09-8816-a81e3b02b284" providerId="ADAL" clId="{AAFDA9D9-1864-4317-BD47-66F2269151D6}"/>
    <pc:docChg chg="custSel modSld">
      <pc:chgData name="Лёвкина Наталья" userId="045cc528-69ee-4f09-8816-a81e3b02b284" providerId="ADAL" clId="{AAFDA9D9-1864-4317-BD47-66F2269151D6}" dt="2024-12-18T07:09:18.771" v="5" actId="1076"/>
      <pc:docMkLst>
        <pc:docMk/>
      </pc:docMkLst>
      <pc:sldChg chg="addSp delSp modSp mod">
        <pc:chgData name="Лёвкина Наталья" userId="045cc528-69ee-4f09-8816-a81e3b02b284" providerId="ADAL" clId="{AAFDA9D9-1864-4317-BD47-66F2269151D6}" dt="2024-12-18T07:09:18.771" v="5" actId="1076"/>
        <pc:sldMkLst>
          <pc:docMk/>
          <pc:sldMk cId="1549096448" sldId="2909"/>
        </pc:sldMkLst>
      </pc:sldChg>
    </pc:docChg>
  </pc:docChgLst>
  <pc:docChgLst>
    <pc:chgData name="Хлебников Александр Владимирович" userId="aa04f379-56ca-41a9-b4db-ca513a1197d2" providerId="ADAL" clId="{C7116F5E-3AFE-443E-9A3B-2A9ECE368546}"/>
    <pc:docChg chg="modSld">
      <pc:chgData name="Хлебников Александр Владимирович" userId="aa04f379-56ca-41a9-b4db-ca513a1197d2" providerId="ADAL" clId="{C7116F5E-3AFE-443E-9A3B-2A9ECE368546}" dt="2024-09-17T15:52:48.614" v="13" actId="27918"/>
      <pc:docMkLst>
        <pc:docMk/>
      </pc:docMkLst>
      <pc:sldChg chg="mod">
        <pc:chgData name="Хлебников Александр Владимирович" userId="aa04f379-56ca-41a9-b4db-ca513a1197d2" providerId="ADAL" clId="{C7116F5E-3AFE-443E-9A3B-2A9ECE368546}" dt="2024-09-17T15:52:48.614" v="13" actId="27918"/>
        <pc:sldMkLst>
          <pc:docMk/>
          <pc:sldMk cId="3764764565" sldId="2897"/>
        </pc:sldMkLst>
      </pc:sldChg>
    </pc:docChg>
  </pc:docChgLst>
  <pc:docChgLst>
    <pc:chgData name="Васильева Светлана Владимировна" userId="57cfb0d8-b2b2-4b7c-80c8-1038acbb6b0d" providerId="ADAL" clId="{C515F1E8-397D-4B78-9606-8D70D3F5F411}"/>
    <pc:docChg chg="custSel modSld">
      <pc:chgData name="Васильева Светлана Владимировна" userId="57cfb0d8-b2b2-4b7c-80c8-1038acbb6b0d" providerId="ADAL" clId="{C515F1E8-397D-4B78-9606-8D70D3F5F411}" dt="2024-12-20T06:23:09.655" v="2" actId="478"/>
      <pc:docMkLst>
        <pc:docMk/>
      </pc:docMkLst>
      <pc:sldChg chg="addSp delSp modSp mod">
        <pc:chgData name="Васильева Светлана Владимировна" userId="57cfb0d8-b2b2-4b7c-80c8-1038acbb6b0d" providerId="ADAL" clId="{C515F1E8-397D-4B78-9606-8D70D3F5F411}" dt="2024-12-20T06:23:09.655" v="2" actId="478"/>
        <pc:sldMkLst>
          <pc:docMk/>
          <pc:sldMk cId="1549096448" sldId="2909"/>
        </pc:sldMkLst>
      </pc:sldChg>
    </pc:docChg>
  </pc:docChgLst>
  <pc:docChgLst>
    <pc:chgData name="Бабинов Николай Александрович" userId="50c9c343-9cbe-464c-948f-9ae4228ce101" providerId="ADAL" clId="{BFAD512B-80DA-465F-BEC5-67458C2B59E0}"/>
    <pc:docChg chg="modSld">
      <pc:chgData name="Бабинов Николай Александрович" userId="50c9c343-9cbe-464c-948f-9ae4228ce101" providerId="ADAL" clId="{BFAD512B-80DA-465F-BEC5-67458C2B59E0}" dt="2025-09-19T14:38:31.685" v="145" actId="729"/>
      <pc:docMkLst>
        <pc:docMk/>
      </pc:docMkLst>
      <pc:sldChg chg="mod modShow">
        <pc:chgData name="Бабинов Николай Александрович" userId="50c9c343-9cbe-464c-948f-9ae4228ce101" providerId="ADAL" clId="{BFAD512B-80DA-465F-BEC5-67458C2B59E0}" dt="2025-09-19T14:38:29.417" v="144" actId="729"/>
        <pc:sldMkLst>
          <pc:docMk/>
          <pc:sldMk cId="1549096448" sldId="2909"/>
        </pc:sldMkLst>
      </pc:sldChg>
      <pc:sldChg chg="addSp modSp mod">
        <pc:chgData name="Бабинов Николай Александрович" userId="50c9c343-9cbe-464c-948f-9ae4228ce101" providerId="ADAL" clId="{BFAD512B-80DA-465F-BEC5-67458C2B59E0}" dt="2025-09-17T08:03:41.875" v="11" actId="13926"/>
        <pc:sldMkLst>
          <pc:docMk/>
          <pc:sldMk cId="966360407" sldId="3009"/>
        </pc:sldMkLst>
      </pc:sldChg>
      <pc:sldChg chg="modSp mod">
        <pc:chgData name="Бабинов Николай Александрович" userId="50c9c343-9cbe-464c-948f-9ae4228ce101" providerId="ADAL" clId="{BFAD512B-80DA-465F-BEC5-67458C2B59E0}" dt="2025-09-17T08:14:51.703" v="141"/>
        <pc:sldMkLst>
          <pc:docMk/>
          <pc:sldMk cId="1480035467" sldId="3017"/>
        </pc:sldMkLst>
      </pc:sldChg>
      <pc:sldChg chg="mod modShow">
        <pc:chgData name="Бабинов Николай Александрович" userId="50c9c343-9cbe-464c-948f-9ae4228ce101" providerId="ADAL" clId="{BFAD512B-80DA-465F-BEC5-67458C2B59E0}" dt="2025-09-19T14:35:20.669" v="143" actId="729"/>
        <pc:sldMkLst>
          <pc:docMk/>
          <pc:sldMk cId="1049940160" sldId="3019"/>
        </pc:sldMkLst>
      </pc:sldChg>
      <pc:sldChg chg="mod modShow">
        <pc:chgData name="Бабинов Николай Александрович" userId="50c9c343-9cbe-464c-948f-9ae4228ce101" providerId="ADAL" clId="{BFAD512B-80DA-465F-BEC5-67458C2B59E0}" dt="2025-09-19T14:38:31.685" v="145" actId="729"/>
        <pc:sldMkLst>
          <pc:docMk/>
          <pc:sldMk cId="2867832836" sldId="3021"/>
        </pc:sldMkLst>
      </pc:sldChg>
    </pc:docChg>
  </pc:docChgLst>
  <pc:docChgLst>
    <pc:chgData name="Лёвкина Наталья" userId="045cc528-69ee-4f09-8816-a81e3b02b284" providerId="ADAL" clId="{D66E370F-6115-4DC2-8DC0-22FA946A5D8D}"/>
    <pc:docChg chg="undo custSel addSld modSld sldOrd">
      <pc:chgData name="Лёвкина Наталья" userId="045cc528-69ee-4f09-8816-a81e3b02b284" providerId="ADAL" clId="{D66E370F-6115-4DC2-8DC0-22FA946A5D8D}" dt="2023-12-22T07:14:07.610" v="88" actId="404"/>
      <pc:docMkLst>
        <pc:docMk/>
      </pc:docMkLst>
      <pc:sldChg chg="modSp mod">
        <pc:chgData name="Лёвкина Наталья" userId="045cc528-69ee-4f09-8816-a81e3b02b284" providerId="ADAL" clId="{D66E370F-6115-4DC2-8DC0-22FA946A5D8D}" dt="2023-12-22T07:13:48.376" v="82" actId="21"/>
        <pc:sldMkLst>
          <pc:docMk/>
          <pc:sldMk cId="1549096448" sldId="2909"/>
        </pc:sldMkLst>
      </pc:sldChg>
      <pc:sldChg chg="modSp mod">
        <pc:chgData name="Лёвкина Наталья" userId="045cc528-69ee-4f09-8816-a81e3b02b284" providerId="ADAL" clId="{D66E370F-6115-4DC2-8DC0-22FA946A5D8D}" dt="2023-12-22T07:14:07.610" v="88" actId="404"/>
        <pc:sldMkLst>
          <pc:docMk/>
          <pc:sldMk cId="11345562" sldId="3003"/>
        </pc:sldMkLst>
      </pc:sldChg>
      <pc:sldChg chg="addSp delSp modSp add mod ord">
        <pc:chgData name="Лёвкина Наталья" userId="045cc528-69ee-4f09-8816-a81e3b02b284" providerId="ADAL" clId="{D66E370F-6115-4DC2-8DC0-22FA946A5D8D}" dt="2023-12-22T07:13:34.581" v="80" actId="13926"/>
        <pc:sldMkLst>
          <pc:docMk/>
          <pc:sldMk cId="2867832836" sldId="3021"/>
        </pc:sldMkLst>
      </pc:sldChg>
    </pc:docChg>
  </pc:docChgLst>
  <pc:docChgLst>
    <pc:chgData name="Торопова Анастасия Игоревна" userId="95aaafd3-aa7c-492f-a7df-a919cb5b5516" providerId="ADAL" clId="{950C3225-8BA7-1D46-B65F-2A10A243BF1A}"/>
    <pc:docChg chg="modSld">
      <pc:chgData name="Торопова Анастасия Игоревна" userId="95aaafd3-aa7c-492f-a7df-a919cb5b5516" providerId="ADAL" clId="{950C3225-8BA7-1D46-B65F-2A10A243BF1A}" dt="2024-09-04T17:39:51.974" v="6"/>
      <pc:docMkLst>
        <pc:docMk/>
      </pc:docMkLst>
      <pc:sldChg chg="addSp delSp modSp mod">
        <pc:chgData name="Торопова Анастасия Игоревна" userId="95aaafd3-aa7c-492f-a7df-a919cb5b5516" providerId="ADAL" clId="{950C3225-8BA7-1D46-B65F-2A10A243BF1A}" dt="2024-09-04T17:39:37.092" v="2"/>
        <pc:sldMkLst>
          <pc:docMk/>
          <pc:sldMk cId="915579831" sldId="2813"/>
        </pc:sldMkLst>
      </pc:sldChg>
      <pc:sldChg chg="setBg">
        <pc:chgData name="Торопова Анастасия Игоревна" userId="95aaafd3-aa7c-492f-a7df-a919cb5b5516" providerId="ADAL" clId="{950C3225-8BA7-1D46-B65F-2A10A243BF1A}" dt="2024-09-04T17:39:51.974" v="6"/>
        <pc:sldMkLst>
          <pc:docMk/>
          <pc:sldMk cId="11345562" sldId="3003"/>
        </pc:sldMkLst>
      </pc:sldChg>
    </pc:docChg>
  </pc:docChgLst>
  <pc:docChgLst>
    <pc:chgData name="Басанцова Надежда Викторовна" userId="a4a22c46-708d-46f4-a9a6-2f1df98224c8" providerId="ADAL" clId="{D171C0A0-2371-4A39-96E0-20B299602EAA}"/>
    <pc:docChg chg="addSld delSld modSld">
      <pc:chgData name="Басанцова Надежда Викторовна" userId="a4a22c46-708d-46f4-a9a6-2f1df98224c8" providerId="ADAL" clId="{D171C0A0-2371-4A39-96E0-20B299602EAA}" dt="2024-03-18T12:57:33.291" v="2"/>
      <pc:docMkLst>
        <pc:docMk/>
      </pc:docMkLst>
      <pc:sldChg chg="add addCm">
        <pc:chgData name="Басанцова Надежда Викторовна" userId="a4a22c46-708d-46f4-a9a6-2f1df98224c8" providerId="ADAL" clId="{D171C0A0-2371-4A39-96E0-20B299602EAA}" dt="2024-03-18T12:57:33.291" v="2"/>
        <pc:sldMkLst>
          <pc:docMk/>
          <pc:sldMk cId="0" sldId="269"/>
        </pc:sldMkLst>
      </pc:sldChg>
      <pc:sldChg chg="add del">
        <pc:chgData name="Басанцова Надежда Викторовна" userId="a4a22c46-708d-46f4-a9a6-2f1df98224c8" providerId="ADAL" clId="{D171C0A0-2371-4A39-96E0-20B299602EAA}" dt="2024-03-18T12:31:31.600" v="1" actId="47"/>
        <pc:sldMkLst>
          <pc:docMk/>
          <pc:sldMk cId="1895345874" sldId="2920"/>
        </pc:sldMkLst>
      </pc:sldChg>
    </pc:docChg>
  </pc:docChgLst>
  <pc:docChgLst>
    <pc:chgData name="Бабинов Николай Александрович" userId="50c9c343-9cbe-464c-948f-9ae4228ce101" providerId="ADAL" clId="{96B24709-383F-4237-A7E5-B43BAF32A990}"/>
    <pc:docChg chg="undo custSel addSld delSld modSld">
      <pc:chgData name="Бабинов Николай Александрович" userId="50c9c343-9cbe-464c-948f-9ae4228ce101" providerId="ADAL" clId="{96B24709-383F-4237-A7E5-B43BAF32A990}" dt="2025-09-30T08:16:18.711" v="3241" actId="47"/>
      <pc:docMkLst>
        <pc:docMk/>
      </pc:docMkLst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412046183" sldId="288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915579831" sldId="2813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764764565" sldId="2897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549096448" sldId="2909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032043326" sldId="2912"/>
        </pc:sldMkLst>
      </pc:sldChg>
      <pc:sldChg chg="addSp delSp modSp del mod modShow">
        <pc:chgData name="Бабинов Николай Александрович" userId="50c9c343-9cbe-464c-948f-9ae4228ce101" providerId="ADAL" clId="{96B24709-383F-4237-A7E5-B43BAF32A990}" dt="2025-09-24T10:21:43.779" v="2789" actId="47"/>
        <pc:sldMkLst>
          <pc:docMk/>
          <pc:sldMk cId="2576581210" sldId="2921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19:04.188" v="614" actId="47"/>
        <pc:sldMkLst>
          <pc:docMk/>
          <pc:sldMk cId="925396004" sldId="2993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19:40.228" v="619" actId="47"/>
        <pc:sldMkLst>
          <pc:docMk/>
          <pc:sldMk cId="2552990444" sldId="2994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307807399" sldId="2995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16T10:22:44.652" v="644" actId="47"/>
        <pc:sldMkLst>
          <pc:docMk/>
          <pc:sldMk cId="399098417" sldId="2996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16T10:22:44.652" v="644" actId="47"/>
        <pc:sldMkLst>
          <pc:docMk/>
          <pc:sldMk cId="1960742238" sldId="2997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3:19.198" v="650" actId="47"/>
        <pc:sldMkLst>
          <pc:docMk/>
          <pc:sldMk cId="1428704274" sldId="2999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760405938" sldId="3006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4:25.497" v="659" actId="47"/>
        <pc:sldMkLst>
          <pc:docMk/>
          <pc:sldMk cId="1593684467" sldId="3007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966360407" sldId="3009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4:24.048" v="658" actId="47"/>
        <pc:sldMkLst>
          <pc:docMk/>
          <pc:sldMk cId="2181797731" sldId="3010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2:57.460" v="646" actId="47"/>
        <pc:sldMkLst>
          <pc:docMk/>
          <pc:sldMk cId="704530336" sldId="3011"/>
        </pc:sldMkLst>
      </pc:sldChg>
      <pc:sldChg chg="addSp del mod">
        <pc:chgData name="Бабинов Николай Александрович" userId="50c9c343-9cbe-464c-948f-9ae4228ce101" providerId="ADAL" clId="{96B24709-383F-4237-A7E5-B43BAF32A990}" dt="2025-09-16T10:25:58.890" v="691" actId="47"/>
        <pc:sldMkLst>
          <pc:docMk/>
          <pc:sldMk cId="1532237897" sldId="3012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16T10:23:50.342" v="656" actId="47"/>
        <pc:sldMkLst>
          <pc:docMk/>
          <pc:sldMk cId="270427036" sldId="3013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3:35.143" v="652" actId="47"/>
        <pc:sldMkLst>
          <pc:docMk/>
          <pc:sldMk cId="1060707554" sldId="3014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3:07.603" v="648" actId="47"/>
        <pc:sldMkLst>
          <pc:docMk/>
          <pc:sldMk cId="409296608" sldId="3015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18:51.596" v="612" actId="47"/>
        <pc:sldMkLst>
          <pc:docMk/>
          <pc:sldMk cId="1135473347" sldId="3016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480035467" sldId="3017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16T11:04:29.130" v="2018" actId="47"/>
        <pc:sldMkLst>
          <pc:docMk/>
          <pc:sldMk cId="1205238135" sldId="3018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049940160" sldId="3019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690361039" sldId="3020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867832836" sldId="3021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532459798" sldId="3022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991534781" sldId="3023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817982965" sldId="3024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769804267" sldId="3025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825269083" sldId="3026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92009635" sldId="3027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58497870" sldId="3028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77483387" sldId="3029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619734313" sldId="3030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539051659" sldId="3031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62537636" sldId="3032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4050532324" sldId="3033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004489802" sldId="3034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987644119" sldId="3035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305072076" sldId="3036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605097298" sldId="3037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712788831" sldId="3038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508240250" sldId="3039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913238287" sldId="3040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009804850" sldId="3041"/>
        </pc:sldMkLst>
      </pc:sldChg>
      <pc:sldChg chg="addSp del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592572331" sldId="3042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676647255" sldId="3043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176781070" sldId="3044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29396259" sldId="3045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27544743" sldId="3046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634198142" sldId="3047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096680079" sldId="3048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631671782" sldId="3049"/>
        </pc:sldMkLst>
      </pc:sldChg>
      <pc:sldChg chg="addSp del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631376247" sldId="3050"/>
        </pc:sldMkLst>
      </pc:sldChg>
      <pc:sldChg chg="addSp delSp modSp add mod modNotesTx">
        <pc:chgData name="Бабинов Николай Александрович" userId="50c9c343-9cbe-464c-948f-9ae4228ce101" providerId="ADAL" clId="{96B24709-383F-4237-A7E5-B43BAF32A990}" dt="2025-09-30T08:15:23.399" v="3240" actId="20577"/>
        <pc:sldMkLst>
          <pc:docMk/>
          <pc:sldMk cId="1535970261" sldId="3051"/>
        </pc:sldMkLst>
        <pc:spChg chg="mod">
          <ac:chgData name="Бабинов Николай Александрович" userId="50c9c343-9cbe-464c-948f-9ae4228ce101" providerId="ADAL" clId="{96B24709-383F-4237-A7E5-B43BAF32A990}" dt="2025-09-24T10:20:00.558" v="2786" actId="403"/>
          <ac:spMkLst>
            <pc:docMk/>
            <pc:sldMk cId="1535970261" sldId="3051"/>
            <ac:spMk id="3" creationId="{7123FC8D-3149-B56B-2D1B-CA4264F007F5}"/>
          </ac:spMkLst>
        </pc:spChg>
        <pc:spChg chg="mod">
          <ac:chgData name="Бабинов Николай Александрович" userId="50c9c343-9cbe-464c-948f-9ae4228ce101" providerId="ADAL" clId="{96B24709-383F-4237-A7E5-B43BAF32A990}" dt="2025-09-24T09:48:45.885" v="2120"/>
          <ac:spMkLst>
            <pc:docMk/>
            <pc:sldMk cId="1535970261" sldId="3051"/>
            <ac:spMk id="18" creationId="{C22A9093-B536-0C7C-66A6-D7E6C502B6BF}"/>
          </ac:spMkLst>
        </pc:spChg>
        <pc:spChg chg="mod">
          <ac:chgData name="Бабинов Николай Александрович" userId="50c9c343-9cbe-464c-948f-9ae4228ce101" providerId="ADAL" clId="{96B24709-383F-4237-A7E5-B43BAF32A990}" dt="2025-09-24T09:52:11.618" v="2180" actId="20577"/>
          <ac:spMkLst>
            <pc:docMk/>
            <pc:sldMk cId="1535970261" sldId="3051"/>
            <ac:spMk id="41" creationId="{CE1D24DD-B923-A77A-6F54-AC8CBB150FFA}"/>
          </ac:spMkLst>
        </pc:spChg>
        <pc:spChg chg="mod">
          <ac:chgData name="Бабинов Николай Александрович" userId="50c9c343-9cbe-464c-948f-9ae4228ce101" providerId="ADAL" clId="{96B24709-383F-4237-A7E5-B43BAF32A990}" dt="2025-09-24T09:50:04.023" v="2164"/>
          <ac:spMkLst>
            <pc:docMk/>
            <pc:sldMk cId="1535970261" sldId="3051"/>
            <ac:spMk id="639" creationId="{00000000-0000-0000-0000-000000000000}"/>
          </ac:spMkLst>
        </pc:spChg>
        <pc:spChg chg="mod">
          <ac:chgData name="Бабинов Николай Александрович" userId="50c9c343-9cbe-464c-948f-9ae4228ce101" providerId="ADAL" clId="{96B24709-383F-4237-A7E5-B43BAF32A990}" dt="2025-09-24T09:51:45.384" v="2172" actId="20577"/>
          <ac:spMkLst>
            <pc:docMk/>
            <pc:sldMk cId="1535970261" sldId="3051"/>
            <ac:spMk id="640" creationId="{00000000-0000-0000-0000-000000000000}"/>
          </ac:spMkLst>
        </pc:spChg>
        <pc:spChg chg="mod">
          <ac:chgData name="Бабинов Николай Александрович" userId="50c9c343-9cbe-464c-948f-9ae4228ce101" providerId="ADAL" clId="{96B24709-383F-4237-A7E5-B43BAF32A990}" dt="2025-09-24T09:53:42.242" v="2199" actId="20577"/>
          <ac:spMkLst>
            <pc:docMk/>
            <pc:sldMk cId="1535970261" sldId="3051"/>
            <ac:spMk id="644" creationId="{00000000-0000-0000-0000-000000000000}"/>
          </ac:spMkLst>
        </pc:spChg>
        <pc:picChg chg="add mod">
          <ac:chgData name="Бабинов Николай Александрович" userId="50c9c343-9cbe-464c-948f-9ae4228ce101" providerId="ADAL" clId="{96B24709-383F-4237-A7E5-B43BAF32A990}" dt="2025-09-24T09:50:49.900" v="2168" actId="1076"/>
          <ac:picMkLst>
            <pc:docMk/>
            <pc:sldMk cId="1535970261" sldId="3051"/>
            <ac:picMk id="2" creationId="{17A7CA93-78B2-0225-6A80-4B5574007704}"/>
          </ac:picMkLst>
        </pc:picChg>
        <pc:picChg chg="ord">
          <ac:chgData name="Бабинов Николай Александрович" userId="50c9c343-9cbe-464c-948f-9ae4228ce101" providerId="ADAL" clId="{96B24709-383F-4237-A7E5-B43BAF32A990}" dt="2025-09-24T10:20:38.951" v="2788" actId="166"/>
          <ac:picMkLst>
            <pc:docMk/>
            <pc:sldMk cId="1535970261" sldId="3051"/>
            <ac:picMk id="38" creationId="{5C87CCD5-5D3A-D922-FDE3-B19FEE2813A7}"/>
          </ac:picMkLst>
        </pc:picChg>
      </pc:sldChg>
      <pc:sldMasterChg chg="delSldLayout">
        <pc:chgData name="Бабинов Николай Александрович" userId="50c9c343-9cbe-464c-948f-9ae4228ce101" providerId="ADAL" clId="{96B24709-383F-4237-A7E5-B43BAF32A990}" dt="2025-09-30T08:16:18.711" v="3241" actId="47"/>
        <pc:sldMasterMkLst>
          <pc:docMk/>
          <pc:sldMasterMk cId="0" sldId="2147483648"/>
        </pc:sldMasterMkLst>
        <pc:sldLayoutChg chg="del">
          <pc:chgData name="Бабинов Николай Александрович" userId="50c9c343-9cbe-464c-948f-9ae4228ce101" providerId="ADAL" clId="{96B24709-383F-4237-A7E5-B43BAF32A990}" dt="2025-09-30T08:16:18.711" v="3241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Бабинов Николай Александрович" userId="50c9c343-9cbe-464c-948f-9ae4228ce101" providerId="ADAL" clId="{96B24709-383F-4237-A7E5-B43BAF32A990}" dt="2025-09-30T08:16:18.711" v="3241" actId="47"/>
          <pc:sldLayoutMkLst>
            <pc:docMk/>
            <pc:sldMasterMk cId="0" sldId="2147483648"/>
            <pc:sldLayoutMk cId="17226286" sldId="2147483667"/>
          </pc:sldLayoutMkLst>
        </pc:sldLayoutChg>
      </pc:sldMasterChg>
    </pc:docChg>
  </pc:docChgLst>
  <pc:docChgLst>
    <pc:chgData name="Торопова Анастасия Игоревна" userId="95aaafd3-aa7c-492f-a7df-a919cb5b5516" providerId="ADAL" clId="{F974BD89-AD8A-E44E-8911-C621FC769E81}"/>
    <pc:docChg chg="addSld delSld modSld">
      <pc:chgData name="Торопова Анастасия Игоревна" userId="95aaafd3-aa7c-492f-a7df-a919cb5b5516" providerId="ADAL" clId="{F974BD89-AD8A-E44E-8911-C621FC769E81}" dt="2025-05-12T12:37:13.428" v="1" actId="2696"/>
      <pc:docMkLst>
        <pc:docMk/>
      </pc:docMkLst>
      <pc:sldChg chg="del">
        <pc:chgData name="Торопова Анастасия Игоревна" userId="95aaafd3-aa7c-492f-a7df-a919cb5b5516" providerId="ADAL" clId="{F974BD89-AD8A-E44E-8911-C621FC769E81}" dt="2025-05-12T12:37:13.428" v="1" actId="2696"/>
        <pc:sldMkLst>
          <pc:docMk/>
          <pc:sldMk cId="267001274" sldId="3004"/>
        </pc:sldMkLst>
      </pc:sldChg>
      <pc:sldChg chg="add">
        <pc:chgData name="Торопова Анастасия Игоревна" userId="95aaafd3-aa7c-492f-a7df-a919cb5b5516" providerId="ADAL" clId="{F974BD89-AD8A-E44E-8911-C621FC769E81}" dt="2025-05-12T12:37:10.033" v="0"/>
        <pc:sldMkLst>
          <pc:docMk/>
          <pc:sldMk cId="1991534781" sldId="3023"/>
        </pc:sldMkLst>
      </pc:sldChg>
    </pc:docChg>
  </pc:docChgLst>
  <pc:docChgLst>
    <pc:chgData name="Торопова Анастасия Игоревна" userId="95aaafd3-aa7c-492f-a7df-a919cb5b5516" providerId="ADAL" clId="{A3B05716-B576-482C-A073-96610FDCD4AE}"/>
    <pc:docChg chg="undo custSel modSld">
      <pc:chgData name="Торопова Анастасия Игоревна" userId="95aaafd3-aa7c-492f-a7df-a919cb5b5516" providerId="ADAL" clId="{A3B05716-B576-482C-A073-96610FDCD4AE}" dt="2024-04-03T12:18:42.091" v="71" actId="2085"/>
      <pc:docMkLst>
        <pc:docMk/>
      </pc:docMkLst>
      <pc:sldChg chg="modSp mod">
        <pc:chgData name="Торопова Анастасия Игоревна" userId="95aaafd3-aa7c-492f-a7df-a919cb5b5516" providerId="ADAL" clId="{A3B05716-B576-482C-A073-96610FDCD4AE}" dt="2024-04-03T12:12:05.289" v="24" actId="20577"/>
        <pc:sldMkLst>
          <pc:docMk/>
          <pc:sldMk cId="915579831" sldId="2813"/>
        </pc:sldMkLst>
      </pc:sldChg>
      <pc:sldChg chg="modSp mod">
        <pc:chgData name="Торопова Анастасия Игоревна" userId="95aaafd3-aa7c-492f-a7df-a919cb5b5516" providerId="ADAL" clId="{A3B05716-B576-482C-A073-96610FDCD4AE}" dt="2024-04-03T12:11:40.263" v="2" actId="207"/>
        <pc:sldMkLst>
          <pc:docMk/>
          <pc:sldMk cId="3764764565" sldId="2897"/>
        </pc:sldMkLst>
      </pc:sldChg>
      <pc:sldChg chg="modSp">
        <pc:chgData name="Торопова Анастасия Игоревна" userId="95aaafd3-aa7c-492f-a7df-a919cb5b5516" providerId="ADAL" clId="{A3B05716-B576-482C-A073-96610FDCD4AE}" dt="2024-04-03T12:18:42.091" v="71" actId="2085"/>
        <pc:sldMkLst>
          <pc:docMk/>
          <pc:sldMk cId="1760405938" sldId="3006"/>
        </pc:sldMkLst>
      </pc:sldChg>
      <pc:sldChg chg="modSp mod">
        <pc:chgData name="Торопова Анастасия Игоревна" userId="95aaafd3-aa7c-492f-a7df-a919cb5b5516" providerId="ADAL" clId="{A3B05716-B576-482C-A073-96610FDCD4AE}" dt="2024-04-03T12:11:49.558" v="4" actId="20577"/>
        <pc:sldMkLst>
          <pc:docMk/>
          <pc:sldMk cId="1135473347" sldId="3016"/>
        </pc:sldMkLst>
      </pc:sldChg>
      <pc:sldChg chg="modSp mod">
        <pc:chgData name="Торопова Анастасия Игоревна" userId="95aaafd3-aa7c-492f-a7df-a919cb5b5516" providerId="ADAL" clId="{A3B05716-B576-482C-A073-96610FDCD4AE}" dt="2024-04-03T12:11:23.387" v="1" actId="207"/>
        <pc:sldMkLst>
          <pc:docMk/>
          <pc:sldMk cId="1480035467" sldId="3017"/>
        </pc:sldMkLst>
      </pc:sldChg>
      <pc:sldChg chg="modSp mod">
        <pc:chgData name="Торопова Анастасия Игоревна" userId="95aaafd3-aa7c-492f-a7df-a919cb5b5516" providerId="ADAL" clId="{A3B05716-B576-482C-A073-96610FDCD4AE}" dt="2024-04-03T12:17:21.654" v="64"/>
        <pc:sldMkLst>
          <pc:docMk/>
          <pc:sldMk cId="3690361039" sldId="302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0-49FC-A06B-BC15AEFD9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8"/>
          <c:min val="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sz="1200" dirty="0"/>
            </a:br>
            <a:r>
              <a:rPr lang="ru-RU" sz="1200" dirty="0"/>
              <a:t>*</a:t>
            </a:r>
            <a:r>
              <a:rPr lang="ru-RU" sz="1200" b="1" dirty="0"/>
              <a:t>Контактная информация: Слиньков Александр - +79312409850</a:t>
            </a:r>
            <a:br>
              <a:rPr lang="en-US" sz="1200" dirty="0"/>
            </a:br>
            <a:r>
              <a:rPr lang="ru-RU" sz="1200" dirty="0"/>
              <a:t>*</a:t>
            </a:r>
            <a:r>
              <a:rPr lang="ru-RU" sz="1200" b="1" dirty="0"/>
              <a:t>Срок реализации проекта: </a:t>
            </a:r>
            <a:r>
              <a:rPr lang="ru-RU" sz="1200" dirty="0"/>
              <a:t>с июля 2025 по декабрь 2025, результаты за 6 месяца работы</a:t>
            </a:r>
          </a:p>
          <a:p>
            <a:r>
              <a:rPr lang="ru-RU" sz="1200" dirty="0"/>
              <a:t>*</a:t>
            </a:r>
            <a:r>
              <a:rPr lang="ru-RU" sz="1200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Режим работы предприятия/потока – 1 смена 8 часов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Численность сотрудников в потоке – 25 человек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Объем в выручке – 32%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Причина открытия проекта именно в этом потоке – риск, срыв сроков поставки</a:t>
            </a:r>
          </a:p>
          <a:p>
            <a:pPr marL="0" indent="0">
              <a:buFontTx/>
              <a:buNone/>
            </a:pPr>
            <a:r>
              <a:rPr lang="ru-RU" sz="1200" b="1" dirty="0"/>
              <a:t>Краткая справка о продукте: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Базовая модель ноутбука сочетает в себе высокую производительность и исключительную модульность. Благодаря поддержке специализированных коммуникационных стандартов и интерфейсов, а также совместимости с операционными системами специального назначения изделие идеально подходит для специальных применений</a:t>
            </a:r>
            <a:r>
              <a:rPr lang="ru-RU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lang="ru-RU" sz="1200" b="1" dirty="0"/>
              <a:t>Информация о проекте: 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 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0" i="0" u="none" strike="noStrike" cap="non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Длительные перемещения при чистке дисплейного модуля</a:t>
            </a:r>
            <a:endParaRPr lang="ru-RU" dirty="0">
              <a:latin typeface="Montserrat" panose="00000500000000000000" pitchFamily="2" charset="-52"/>
              <a:ea typeface="Open Sans Light" panose="020B0606030504020204" pitchFamily="34" charset="0"/>
              <a:cs typeface="Open Sans Light" panose="020B0606030504020204" pitchFamily="34" charset="0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Выдавать ДМ напрямую со склада, минуя производство</a:t>
            </a:r>
          </a:p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Организовать стенд проверки после чистки сразу возле чистой комнаты (а не на производстве в другом здании)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0" i="0" u="none" strike="noStrike" cap="non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Потеря деталей между подразделениями внутри предприятия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Организовать доступ в 1С отделу ПДО, чтобы могли видеть:</a:t>
            </a:r>
            <a:b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</a:br>
            <a: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а) Бронирование деталей на складе</a:t>
            </a:r>
            <a:b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</a:br>
            <a: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б) Перемещение между подразделениями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0" i="0" u="none" strike="noStrike" cap="non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Брак петель на производстве</a:t>
            </a:r>
            <a:endParaRPr lang="ru-RU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Решение: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r>
              <a:rPr lang="ru-RU" sz="12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Организовать оснастку (проходной/непроходной калибр) 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r>
              <a:rPr lang="ru-RU" sz="12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Ввести дополнительные параметры входного контроля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endParaRPr lang="ru-RU" sz="12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0" i="0" u="none" strike="noStrike" cap="non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Длительный поиск актуального ПО на проект</a:t>
            </a:r>
            <a:endParaRPr lang="ru-RU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Решение: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r>
              <a:rPr lang="ru-RU" sz="12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Организовать репозиторий хранения ПО для привязки </a:t>
            </a:r>
            <a:r>
              <a:rPr lang="ru-RU" sz="1200" b="1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к проекту</a:t>
            </a:r>
            <a:endParaRPr lang="ru-RU" sz="12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endParaRPr lang="ru-RU" sz="12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endParaRPr lang="ru-RU" sz="12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ru-RU" sz="1200" b="0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678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35157" y="347000"/>
            <a:ext cx="41654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Font typeface="Calibri"/>
              <a:buNone/>
              <a:defRPr sz="1350"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ldNum" idx="12"/>
          </p:nvPr>
        </p:nvSpPr>
        <p:spPr>
          <a:xfrm>
            <a:off x="516731" y="4807148"/>
            <a:ext cx="2795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19"/>
          <p:cNvSpPr txBox="1"/>
          <p:nvPr/>
        </p:nvSpPr>
        <p:spPr>
          <a:xfrm>
            <a:off x="406583" y="85199"/>
            <a:ext cx="6623612" cy="26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725"/>
              <a:buFont typeface="Calibri"/>
              <a:buNone/>
            </a:pPr>
            <a:r>
              <a:rPr lang="ru-RU" sz="1725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Примеры вскрытия резервов производительности</a:t>
            </a:r>
            <a:endParaRPr sz="1725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9"/>
          <p:cNvCxnSpPr/>
          <p:nvPr/>
        </p:nvCxnSpPr>
        <p:spPr>
          <a:xfrm>
            <a:off x="433968" y="850730"/>
            <a:ext cx="8424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6" name="Google Shape;26;p19"/>
          <p:cNvCxnSpPr/>
          <p:nvPr/>
        </p:nvCxnSpPr>
        <p:spPr>
          <a:xfrm>
            <a:off x="433968" y="1325646"/>
            <a:ext cx="8424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4572000" y="345825"/>
            <a:ext cx="4286250" cy="48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None/>
              <a:defRPr sz="13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2"/>
          </p:nvPr>
        </p:nvSpPr>
        <p:spPr>
          <a:xfrm>
            <a:off x="1516380" y="869019"/>
            <a:ext cx="7341588" cy="43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None/>
              <a:defRPr sz="13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/>
          <p:nvPr/>
        </p:nvSpPr>
        <p:spPr>
          <a:xfrm>
            <a:off x="433969" y="869020"/>
            <a:ext cx="10189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Пилотный поток: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9"/>
          <p:cNvSpPr/>
          <p:nvPr/>
        </p:nvSpPr>
        <p:spPr>
          <a:xfrm>
            <a:off x="2790490" y="1337652"/>
            <a:ext cx="2336262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8889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ru-RU" sz="1125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Основные мероприятия: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9"/>
          <p:cNvSpPr/>
          <p:nvPr/>
        </p:nvSpPr>
        <p:spPr>
          <a:xfrm>
            <a:off x="354637" y="1337652"/>
            <a:ext cx="2336261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8889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ru-RU" sz="1125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Основной результат: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9"/>
          <p:cNvSpPr/>
          <p:nvPr/>
        </p:nvSpPr>
        <p:spPr>
          <a:xfrm>
            <a:off x="6229350" y="1337652"/>
            <a:ext cx="262861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8889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ru-RU" sz="1125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Показатели пилотного потока: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3"/>
          </p:nvPr>
        </p:nvSpPr>
        <p:spPr>
          <a:xfrm>
            <a:off x="433388" y="1579960"/>
            <a:ext cx="2257510" cy="24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7F7F7F"/>
              </a:buClr>
              <a:buSzPts val="1125"/>
              <a:buNone/>
              <a:defRPr sz="1125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4"/>
          </p:nvPr>
        </p:nvSpPr>
        <p:spPr>
          <a:xfrm>
            <a:off x="2812147" y="1579957"/>
            <a:ext cx="3386724" cy="24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300037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70C0"/>
              </a:buClr>
              <a:buSzPts val="1125"/>
              <a:buFont typeface="Calibri"/>
              <a:buAutoNum type="arabicPeriod"/>
              <a:defRPr sz="1125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>
            <a:spLocks noGrp="1"/>
          </p:cNvSpPr>
          <p:nvPr>
            <p:ph type="pic" idx="5"/>
          </p:nvPr>
        </p:nvSpPr>
        <p:spPr>
          <a:xfrm>
            <a:off x="433303" y="2995864"/>
            <a:ext cx="2257510" cy="1811284"/>
          </a:xfrm>
          <a:prstGeom prst="rect">
            <a:avLst/>
          </a:prstGeom>
          <a:noFill/>
          <a:ln>
            <a:noFill/>
          </a:ln>
        </p:spPr>
      </p:sp>
      <p:graphicFrame>
        <p:nvGraphicFramePr>
          <p:cNvPr id="36" name="Google Shape;36;p19"/>
          <p:cNvGraphicFramePr/>
          <p:nvPr/>
        </p:nvGraphicFramePr>
        <p:xfrm>
          <a:off x="6229349" y="1864652"/>
          <a:ext cx="2705101" cy="81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7" name="Google Shape;37;p19"/>
          <p:cNvGraphicFramePr/>
          <p:nvPr/>
        </p:nvGraphicFramePr>
        <p:xfrm>
          <a:off x="6229349" y="2995813"/>
          <a:ext cx="2705100" cy="81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8" name="Google Shape;38;p19"/>
          <p:cNvCxnSpPr/>
          <p:nvPr/>
        </p:nvCxnSpPr>
        <p:spPr>
          <a:xfrm rot="10800000">
            <a:off x="6957060" y="1934269"/>
            <a:ext cx="0" cy="16630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9"/>
          <p:cNvCxnSpPr/>
          <p:nvPr/>
        </p:nvCxnSpPr>
        <p:spPr>
          <a:xfrm rot="10800000">
            <a:off x="6952968" y="1934269"/>
            <a:ext cx="125377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9"/>
          <p:cNvCxnSpPr/>
          <p:nvPr/>
        </p:nvCxnSpPr>
        <p:spPr>
          <a:xfrm>
            <a:off x="8206740" y="1934269"/>
            <a:ext cx="0" cy="933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" name="Google Shape;41;p19"/>
          <p:cNvCxnSpPr/>
          <p:nvPr/>
        </p:nvCxnSpPr>
        <p:spPr>
          <a:xfrm rot="10800000">
            <a:off x="6957060" y="3051258"/>
            <a:ext cx="0" cy="6595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19"/>
          <p:cNvCxnSpPr/>
          <p:nvPr/>
        </p:nvCxnSpPr>
        <p:spPr>
          <a:xfrm rot="10800000">
            <a:off x="6952968" y="3051258"/>
            <a:ext cx="125377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" name="Google Shape;43;p19"/>
          <p:cNvCxnSpPr/>
          <p:nvPr/>
        </p:nvCxnSpPr>
        <p:spPr>
          <a:xfrm>
            <a:off x="8206740" y="3051258"/>
            <a:ext cx="0" cy="21518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4" name="Google Shape;44;p19"/>
          <p:cNvGrpSpPr/>
          <p:nvPr/>
        </p:nvGrpSpPr>
        <p:grpSpPr>
          <a:xfrm>
            <a:off x="6952968" y="4175206"/>
            <a:ext cx="1253772" cy="215182"/>
            <a:chOff x="9270624" y="5567790"/>
            <a:chExt cx="1671696" cy="286909"/>
          </a:xfrm>
        </p:grpSpPr>
        <p:cxnSp>
          <p:nvCxnSpPr>
            <p:cNvPr id="45" name="Google Shape;45;p19"/>
            <p:cNvCxnSpPr/>
            <p:nvPr/>
          </p:nvCxnSpPr>
          <p:spPr>
            <a:xfrm rot="10800000">
              <a:off x="9276080" y="5567790"/>
              <a:ext cx="0" cy="8794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19"/>
            <p:cNvCxnSpPr/>
            <p:nvPr/>
          </p:nvCxnSpPr>
          <p:spPr>
            <a:xfrm rot="10800000">
              <a:off x="9270624" y="5567790"/>
              <a:ext cx="167169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19"/>
            <p:cNvCxnSpPr/>
            <p:nvPr/>
          </p:nvCxnSpPr>
          <p:spPr>
            <a:xfrm>
              <a:off x="10942320" y="5567790"/>
              <a:ext cx="0" cy="286909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aphicFrame>
        <p:nvGraphicFramePr>
          <p:cNvPr id="48" name="Google Shape;48;p19"/>
          <p:cNvGraphicFramePr/>
          <p:nvPr/>
        </p:nvGraphicFramePr>
        <p:xfrm>
          <a:off x="6229349" y="4121465"/>
          <a:ext cx="2705100" cy="81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Google Shape;49;p19"/>
          <p:cNvSpPr/>
          <p:nvPr/>
        </p:nvSpPr>
        <p:spPr>
          <a:xfrm rot="10800000">
            <a:off x="6318851" y="1620041"/>
            <a:ext cx="120015" cy="15930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6"/>
          </p:nvPr>
        </p:nvSpPr>
        <p:spPr>
          <a:xfrm>
            <a:off x="6318850" y="1598064"/>
            <a:ext cx="2539118" cy="23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18000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7F7F7F"/>
              </a:buClr>
              <a:buSzPts val="1125"/>
              <a:buNone/>
              <a:defRPr sz="1125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7"/>
          </p:nvPr>
        </p:nvSpPr>
        <p:spPr>
          <a:xfrm>
            <a:off x="7167325" y="2084793"/>
            <a:ext cx="84216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B050"/>
              </a:buClr>
              <a:buSzPts val="1200"/>
              <a:buNone/>
              <a:defRPr sz="1200" b="1">
                <a:solidFill>
                  <a:srgbClr val="00B050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/>
          <p:nvPr/>
        </p:nvSpPr>
        <p:spPr>
          <a:xfrm>
            <a:off x="6318851" y="2759446"/>
            <a:ext cx="120015" cy="15930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9"/>
          <p:cNvSpPr/>
          <p:nvPr/>
        </p:nvSpPr>
        <p:spPr>
          <a:xfrm>
            <a:off x="6318851" y="3884588"/>
            <a:ext cx="120015" cy="15930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8"/>
          </p:nvPr>
        </p:nvSpPr>
        <p:spPr>
          <a:xfrm>
            <a:off x="1082843" y="4354111"/>
            <a:ext cx="1564986" cy="39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FFFFFF"/>
              </a:buClr>
              <a:buSzPts val="2700"/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body" idx="9"/>
          </p:nvPr>
        </p:nvSpPr>
        <p:spPr>
          <a:xfrm>
            <a:off x="2812147" y="4352466"/>
            <a:ext cx="3417203" cy="40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70C0"/>
              </a:buClr>
              <a:buSzPts val="1125"/>
              <a:buFont typeface="Calibri"/>
              <a:buNone/>
              <a:defRPr sz="1125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3"/>
          </p:nvPr>
        </p:nvSpPr>
        <p:spPr>
          <a:xfrm>
            <a:off x="6318850" y="2721929"/>
            <a:ext cx="2539118" cy="23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18000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7F7F7F"/>
              </a:buClr>
              <a:buSzPts val="1125"/>
              <a:buNone/>
              <a:defRPr sz="1125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4"/>
          </p:nvPr>
        </p:nvSpPr>
        <p:spPr>
          <a:xfrm>
            <a:off x="6318850" y="3844757"/>
            <a:ext cx="2539118" cy="23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18000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7F7F7F"/>
              </a:buClr>
              <a:buSzPts val="1125"/>
              <a:buNone/>
              <a:defRPr sz="1125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15"/>
          </p:nvPr>
        </p:nvSpPr>
        <p:spPr>
          <a:xfrm>
            <a:off x="6698174" y="2143908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16"/>
          </p:nvPr>
        </p:nvSpPr>
        <p:spPr>
          <a:xfrm>
            <a:off x="7942421" y="2110571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7"/>
          </p:nvPr>
        </p:nvSpPr>
        <p:spPr>
          <a:xfrm>
            <a:off x="6698174" y="3221784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8"/>
          </p:nvPr>
        </p:nvSpPr>
        <p:spPr>
          <a:xfrm>
            <a:off x="7942421" y="3293221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19"/>
          </p:nvPr>
        </p:nvSpPr>
        <p:spPr>
          <a:xfrm>
            <a:off x="6698174" y="4347474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0"/>
          </p:nvPr>
        </p:nvSpPr>
        <p:spPr>
          <a:xfrm>
            <a:off x="7942421" y="4418912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1"/>
          </p:nvPr>
        </p:nvSpPr>
        <p:spPr>
          <a:xfrm>
            <a:off x="7167325" y="3187971"/>
            <a:ext cx="84216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B050"/>
              </a:buClr>
              <a:buSzPts val="1200"/>
              <a:buNone/>
              <a:defRPr sz="1200" b="1">
                <a:solidFill>
                  <a:srgbClr val="00B050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2"/>
          </p:nvPr>
        </p:nvSpPr>
        <p:spPr>
          <a:xfrm>
            <a:off x="7167325" y="4311995"/>
            <a:ext cx="84216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B050"/>
              </a:buClr>
              <a:buSzPts val="1200"/>
              <a:buNone/>
              <a:defRPr sz="1200" b="1">
                <a:solidFill>
                  <a:srgbClr val="00B050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body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body" idx="1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Title 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f9645b2320_2_6"/>
          <p:cNvSpPr txBox="1">
            <a:spLocks noGrp="1"/>
          </p:cNvSpPr>
          <p:nvPr>
            <p:ph type="title"/>
          </p:nvPr>
        </p:nvSpPr>
        <p:spPr>
          <a:xfrm>
            <a:off x="476767" y="248905"/>
            <a:ext cx="8190464" cy="74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1800" b="1" i="0">
                <a:solidFill>
                  <a:srgbClr val="231F2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f9645b2320_2_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f9645b2320_2_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f9645b2320_2_6"/>
          <p:cNvSpPr txBox="1">
            <a:spLocks noGrp="1"/>
          </p:cNvSpPr>
          <p:nvPr>
            <p:ph type="sldNum" idx="12"/>
          </p:nvPr>
        </p:nvSpPr>
        <p:spPr>
          <a:xfrm>
            <a:off x="6583681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2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52000"/>
            <a:lum/>
          </a:blip>
          <a:srcRect/>
          <a:stretch>
            <a:fillRect t="52000" r="-127000" b="-36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2" y="1404997"/>
            <a:ext cx="9141773" cy="64807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b="1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5757" y="236878"/>
            <a:ext cx="1017424" cy="436039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f9645b2320_6_610"/>
          <p:cNvSpPr txBox="1"/>
          <p:nvPr/>
        </p:nvSpPr>
        <p:spPr>
          <a:xfrm>
            <a:off x="3297995" y="446979"/>
            <a:ext cx="4353636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050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-52"/>
                <a:ea typeface="Open Sans ExtraBold" panose="020B0606030504020204" pitchFamily="34" charset="0"/>
                <a:cs typeface="Open Sans ExtraBold" panose="020B0606030504020204" pitchFamily="34" charset="0"/>
              </a:rPr>
              <a:t>26.20.4 Производство средств защиты информации, а также информационных и телекоммуникационных систем, защищенных с использованием средств защиты информации</a:t>
            </a: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2786424" y="1415208"/>
            <a:ext cx="5644433" cy="5621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marL="25400" indent="0">
              <a:buNone/>
            </a:pPr>
            <a:r>
              <a:rPr lang="ru-RU" sz="1400" b="1" dirty="0">
                <a:solidFill>
                  <a:schemeClr val="bg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Производство ноутбуков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446548" y="1548229"/>
            <a:ext cx="2100236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150">
                <a:solidFill>
                  <a:schemeClr val="bg1"/>
                </a:solidFill>
                <a:latin typeface="Montserrat Medium" pitchFamily="2" charset="0"/>
                <a:ea typeface="Montserrat Medium"/>
                <a:cs typeface="Montserrat Medium"/>
                <a:sym typeface="Montserrat Medium"/>
              </a:rPr>
              <a:t>Пилотный поток:</a:t>
            </a:r>
            <a:endParaRPr sz="1150">
              <a:solidFill>
                <a:schemeClr val="bg1"/>
              </a:solidFill>
              <a:latin typeface="Montserrat Medium" pitchFamily="2" charset="0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491625" y="2189743"/>
            <a:ext cx="1925937" cy="11823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91425" bIns="45700" rtlCol="0" anchor="t" anchorCtr="0">
            <a:spAutoFit/>
          </a:bodyPr>
          <a:lstStyle/>
          <a:p>
            <a:pPr marL="33814" indent="0" defTabSz="1219109">
              <a:spcBef>
                <a:spcPts val="1333"/>
              </a:spcBef>
              <a:buNone/>
              <a:defRPr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Open Sans"/>
                <a:cs typeface="Open Sans"/>
              </a:rPr>
              <a:t>Потенциальный экономический эффект от реализации проекта составил 6,7 млн руб. </a:t>
            </a:r>
            <a:endParaRPr sz="1200" dirty="0"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416067" y="2028978"/>
            <a:ext cx="19209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150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150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6193253" y="2064566"/>
            <a:ext cx="2916756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150" i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150" i="1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385076" y="-114703"/>
            <a:ext cx="3300907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80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180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6226498" y="2437669"/>
            <a:ext cx="3005402" cy="22313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2800" b="1" dirty="0">
                <a:solidFill>
                  <a:srgbClr val="245AA2"/>
                </a:solidFill>
                <a:latin typeface="Montserrat ExtraBold"/>
              </a:rPr>
              <a:t>+13%</a:t>
            </a:r>
            <a:br>
              <a:rPr lang="ru-RU" sz="1100" b="1" dirty="0">
                <a:solidFill>
                  <a:srgbClr val="245AA2"/>
                </a:solidFill>
                <a:latin typeface="Montserrat"/>
              </a:rPr>
            </a:br>
            <a:r>
              <a:rPr lang="ru-RU" sz="1100" dirty="0">
                <a:latin typeface="Montserrat"/>
              </a:rPr>
              <a:t>выработка</a:t>
            </a:r>
            <a:r>
              <a:rPr lang="ru-RU" sz="1100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100" b="1" dirty="0">
              <a:solidFill>
                <a:srgbClr val="245AA2"/>
              </a:solidFill>
              <a:latin typeface="Montserrat"/>
            </a:endParaRPr>
          </a:p>
          <a:p>
            <a:r>
              <a:rPr lang="ru-RU" sz="2800" b="1" dirty="0">
                <a:solidFill>
                  <a:srgbClr val="245AA2"/>
                </a:solidFill>
                <a:latin typeface="Montserrat ExtraBold"/>
              </a:rPr>
              <a:t>-17%</a:t>
            </a:r>
          </a:p>
          <a:p>
            <a:r>
              <a:rPr lang="ru-RU" sz="1100" dirty="0">
                <a:latin typeface="Montserrat"/>
              </a:rPr>
              <a:t>Запасы в потоке (возвраты)</a:t>
            </a:r>
          </a:p>
          <a:p>
            <a:endParaRPr lang="ru-RU" sz="1100" dirty="0">
              <a:solidFill>
                <a:srgbClr val="245AA2"/>
              </a:solidFill>
              <a:latin typeface="Montserrat"/>
            </a:endParaRPr>
          </a:p>
          <a:p>
            <a:r>
              <a:rPr lang="ru-RU" sz="2800" b="1" dirty="0">
                <a:solidFill>
                  <a:srgbClr val="245AA2"/>
                </a:solidFill>
                <a:latin typeface="Montserrat ExtraBold"/>
              </a:rPr>
              <a:t>-14%</a:t>
            </a:r>
          </a:p>
          <a:p>
            <a:r>
              <a:rPr lang="ru-RU" sz="1100" dirty="0">
                <a:latin typeface="Montserrat"/>
              </a:rPr>
              <a:t>время протекания процесса</a:t>
            </a:r>
          </a:p>
        </p:txBody>
      </p:sp>
      <p:sp>
        <p:nvSpPr>
          <p:cNvPr id="18" name="Google Shape;638;gf9645b2320_6_610">
            <a:extLst>
              <a:ext uri="{FF2B5EF4-FFF2-40B4-BE49-F238E27FC236}">
                <a16:creationId xmlns:a16="http://schemas.microsoft.com/office/drawing/2014/main" id="{C22A9093-B536-0C7C-66A6-D7E6C502B6BF}"/>
              </a:ext>
            </a:extLst>
          </p:cNvPr>
          <p:cNvSpPr txBox="1">
            <a:spLocks/>
          </p:cNvSpPr>
          <p:nvPr/>
        </p:nvSpPr>
        <p:spPr>
          <a:xfrm>
            <a:off x="477444" y="671963"/>
            <a:ext cx="3120119" cy="56096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27"/>
            </a:pPr>
            <a:r>
              <a:rPr lang="ru-RU" sz="15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АО «Красный дельфин»</a:t>
            </a:r>
            <a:br>
              <a:rPr lang="ru-RU" sz="1500" b="1" dirty="0"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1500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г. Санкт-Петербург</a:t>
            </a:r>
            <a:endParaRPr lang="ru-RU" sz="1500" dirty="0">
              <a:solidFill>
                <a:srgbClr val="094697"/>
              </a:solidFill>
              <a:latin typeface="Montserrat"/>
              <a:ea typeface="Open Sans"/>
              <a:cs typeface="Open Sans"/>
            </a:endParaRP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7123FC8D-3149-B56B-2D1B-CA4264F007F5}"/>
              </a:ext>
            </a:extLst>
          </p:cNvPr>
          <p:cNvSpPr txBox="1">
            <a:spLocks/>
          </p:cNvSpPr>
          <p:nvPr/>
        </p:nvSpPr>
        <p:spPr>
          <a:xfrm>
            <a:off x="2336967" y="2151144"/>
            <a:ext cx="3753561" cy="2431437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Оптимизированы маршруты перемещений при производстве дисплейного модуля, что позволило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увеличить выработку на 8</a:t>
            </a:r>
            <a:r>
              <a:rPr lang="en-US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%</a:t>
            </a:r>
            <a:endParaRPr lang="ru-RU" sz="10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Доработаны внутренние программы учета и информирования сотрудников, что позволило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сократить ожидания </a:t>
            </a: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комплектующих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на 10%</a:t>
            </a:r>
          </a:p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На входном контроле организована дополнительная оснастка, что позволило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сократить брак</a:t>
            </a: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, дошедший до производства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на 12%</a:t>
            </a:r>
            <a:endParaRPr lang="en-US" sz="10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Организован репозитарий ПО что позволило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сократить время </a:t>
            </a: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ожидания на поиск  необходимого ПО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на 7% </a:t>
            </a:r>
            <a:endParaRPr lang="en-US" sz="10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endParaRPr lang="ru-RU" sz="1200" dirty="0">
              <a:solidFill>
                <a:srgbClr val="00A2E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BB01A1-F821-5B33-2FFE-7D10C788A0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2" y="3597695"/>
            <a:ext cx="2328190" cy="137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702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0F7337-44BE-42F1-92CE-486EE3B3BB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428786-5AB5-48BE-8FEE-305C9BF9925C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4040dfa8-117b-4bd2-b9a9-a5a7d75514fe"/>
    <ds:schemaRef ds:uri="http://purl.org/dc/terms/"/>
    <ds:schemaRef ds:uri="11a6046c-63f1-4c80-a521-ef7ae251e897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5A6E0D-97F4-4814-8FA6-A82A618629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a6046c-63f1-4c80-a521-ef7ae251e897"/>
    <ds:schemaRef ds:uri="4040dfa8-117b-4bd2-b9a9-a5a7d7551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3124</TotalTime>
  <Words>365</Words>
  <Application>Microsoft Macintosh PowerPoint</Application>
  <PresentationFormat>Экран (16:9)</PresentationFormat>
  <Paragraphs>49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10" baseType="lpstr">
      <vt:lpstr>Arial</vt:lpstr>
      <vt:lpstr>Open Sans</vt:lpstr>
      <vt:lpstr>Times New Roman</vt:lpstr>
      <vt:lpstr>Montserrat Medium</vt:lpstr>
      <vt:lpstr>Calibri</vt:lpstr>
      <vt:lpstr>Montserrat</vt:lpstr>
      <vt:lpstr>Montserrat ExtraBold</vt:lpstr>
      <vt:lpstr>Verdana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Arina</dc:creator>
  <cp:lastModifiedBy>Слиньков Александр</cp:lastModifiedBy>
  <cp:revision>92</cp:revision>
  <dcterms:created xsi:type="dcterms:W3CDTF">2020-02-12T06:25:23Z</dcterms:created>
  <dcterms:modified xsi:type="dcterms:W3CDTF">2025-12-02T13:49:24Z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