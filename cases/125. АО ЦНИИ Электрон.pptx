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4"/>
    <p:sldMasterId id="2147483648" r:id="rId5"/>
  </p:sldMasterIdLst>
  <p:notesMasterIdLst>
    <p:notesMasterId r:id="rId8"/>
  </p:notesMasterIdLst>
  <p:sldIdLst>
    <p:sldId id="278" r:id="rId6"/>
    <p:sldId id="2922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0929A3-4AAA-4574-BDD6-484FF7E139FB}" v="3" dt="2023-10-18T11:43:18.9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31" autoAdjust="0"/>
    <p:restoredTop sz="78947" autoAdjust="0"/>
  </p:normalViewPr>
  <p:slideViewPr>
    <p:cSldViewPr snapToGrid="0">
      <p:cViewPr>
        <p:scale>
          <a:sx n="50" d="100"/>
          <a:sy n="50" d="100"/>
        </p:scale>
        <p:origin x="1608" y="3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Туранов Кирилл Дмитриевич" userId="d2a70b53-0210-4b97-bca8-1338315e168b" providerId="ADAL" clId="{A096A6AA-1EF2-46A2-A25E-F7AD1A09D336}"/>
    <pc:docChg chg="undo custSel modSld">
      <pc:chgData name="Туранов Кирилл Дмитриевич" userId="d2a70b53-0210-4b97-bca8-1338315e168b" providerId="ADAL" clId="{A096A6AA-1EF2-46A2-A25E-F7AD1A09D336}" dt="2023-09-29T12:43:52.702" v="1913" actId="478"/>
      <pc:docMkLst>
        <pc:docMk/>
      </pc:docMkLst>
      <pc:sldChg chg="addSp delSp modSp mod modNotesTx">
        <pc:chgData name="Туранов Кирилл Дмитриевич" userId="d2a70b53-0210-4b97-bca8-1338315e168b" providerId="ADAL" clId="{A096A6AA-1EF2-46A2-A25E-F7AD1A09D336}" dt="2023-09-29T12:43:52.702" v="1913" actId="478"/>
        <pc:sldMkLst>
          <pc:docMk/>
          <pc:sldMk cId="377862019" sldId="278"/>
        </pc:sldMkLst>
        <pc:spChg chg="mod">
          <ac:chgData name="Туранов Кирилл Дмитриевич" userId="d2a70b53-0210-4b97-bca8-1338315e168b" providerId="ADAL" clId="{A096A6AA-1EF2-46A2-A25E-F7AD1A09D336}" dt="2023-09-29T11:53:33.909" v="551" actId="20577"/>
          <ac:spMkLst>
            <pc:docMk/>
            <pc:sldMk cId="377862019" sldId="278"/>
            <ac:spMk id="58" creationId="{E847D8B6-7752-4229-BFD0-C57ACDD5265F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9:41.127" v="185" actId="20577"/>
          <ac:spMkLst>
            <pc:docMk/>
            <pc:sldMk cId="377862019" sldId="278"/>
            <ac:spMk id="61" creationId="{F8F49363-FEBB-45C3-86A1-B21815800BD4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9:37.721" v="181" actId="20577"/>
          <ac:spMkLst>
            <pc:docMk/>
            <pc:sldMk cId="377862019" sldId="278"/>
            <ac:spMk id="62" creationId="{DA53C51D-6AAA-4E5E-A285-E7AD9DE6BA23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9:30.647" v="177" actId="20577"/>
          <ac:spMkLst>
            <pc:docMk/>
            <pc:sldMk cId="377862019" sldId="278"/>
            <ac:spMk id="63" creationId="{1D115019-5263-4B65-824B-98346FE04BE9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9:25.346" v="173" actId="20577"/>
          <ac:spMkLst>
            <pc:docMk/>
            <pc:sldMk cId="377862019" sldId="278"/>
            <ac:spMk id="64" creationId="{2B98A016-89F9-4779-8A71-59516D544A25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7:15.371" v="110" actId="20577"/>
          <ac:spMkLst>
            <pc:docMk/>
            <pc:sldMk cId="377862019" sldId="278"/>
            <ac:spMk id="622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5:18.196" v="38" actId="20577"/>
          <ac:spMkLst>
            <pc:docMk/>
            <pc:sldMk cId="377862019" sldId="278"/>
            <ac:spMk id="638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5:36.426" v="56" actId="20577"/>
          <ac:spMkLst>
            <pc:docMk/>
            <pc:sldMk cId="377862019" sldId="278"/>
            <ac:spMk id="640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5:43.231" v="63" actId="20577"/>
          <ac:spMkLst>
            <pc:docMk/>
            <pc:sldMk cId="377862019" sldId="278"/>
            <ac:spMk id="644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8:28.770" v="144" actId="20577"/>
          <ac:spMkLst>
            <pc:docMk/>
            <pc:sldMk cId="377862019" sldId="278"/>
            <ac:spMk id="649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8:06.679" v="121" actId="20577"/>
          <ac:spMkLst>
            <pc:docMk/>
            <pc:sldMk cId="377862019" sldId="278"/>
            <ac:spMk id="653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8:14.868" v="129" actId="20577"/>
          <ac:spMkLst>
            <pc:docMk/>
            <pc:sldMk cId="377862019" sldId="278"/>
            <ac:spMk id="654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8:21.443" v="137" actId="20577"/>
          <ac:spMkLst>
            <pc:docMk/>
            <pc:sldMk cId="377862019" sldId="278"/>
            <ac:spMk id="655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8:39.693" v="151" actId="20577"/>
          <ac:spMkLst>
            <pc:docMk/>
            <pc:sldMk cId="377862019" sldId="278"/>
            <ac:spMk id="656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9:02.403" v="161" actId="20577"/>
          <ac:spMkLst>
            <pc:docMk/>
            <pc:sldMk cId="377862019" sldId="278"/>
            <ac:spMk id="660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9:07.700" v="163" actId="20577"/>
          <ac:spMkLst>
            <pc:docMk/>
            <pc:sldMk cId="377862019" sldId="278"/>
            <ac:spMk id="667" creationId="{00000000-0000-0000-0000-000000000000}"/>
          </ac:spMkLst>
        </pc:spChg>
        <pc:picChg chg="del">
          <ac:chgData name="Туранов Кирилл Дмитриевич" userId="d2a70b53-0210-4b97-bca8-1338315e168b" providerId="ADAL" clId="{A096A6AA-1EF2-46A2-A25E-F7AD1A09D336}" dt="2023-09-29T11:47:39.836" v="111" actId="478"/>
          <ac:picMkLst>
            <pc:docMk/>
            <pc:sldMk cId="377862019" sldId="278"/>
            <ac:picMk id="2" creationId="{6128D81C-A4D2-8284-7873-0CE3EBA139C2}"/>
          </ac:picMkLst>
        </pc:picChg>
        <pc:picChg chg="add mod">
          <ac:chgData name="Туранов Кирилл Дмитриевич" userId="d2a70b53-0210-4b97-bca8-1338315e168b" providerId="ADAL" clId="{A096A6AA-1EF2-46A2-A25E-F7AD1A09D336}" dt="2023-09-29T11:47:52.273" v="115" actId="1076"/>
          <ac:picMkLst>
            <pc:docMk/>
            <pc:sldMk cId="377862019" sldId="278"/>
            <ac:picMk id="3" creationId="{E2CEE4A2-6915-8D59-53EE-4E6339236BC8}"/>
          </ac:picMkLst>
        </pc:picChg>
        <pc:picChg chg="add del mod">
          <ac:chgData name="Туранов Кирилл Дмитриевич" userId="d2a70b53-0210-4b97-bca8-1338315e168b" providerId="ADAL" clId="{A096A6AA-1EF2-46A2-A25E-F7AD1A09D336}" dt="2023-09-29T12:43:52.702" v="1913" actId="478"/>
          <ac:picMkLst>
            <pc:docMk/>
            <pc:sldMk cId="377862019" sldId="278"/>
            <ac:picMk id="4" creationId="{9E4E1639-C096-25BE-C634-3C06438A8DA6}"/>
          </ac:picMkLst>
        </pc:picChg>
      </pc:sldChg>
      <pc:sldChg chg="addSp delSp modSp mod modNotesTx">
        <pc:chgData name="Туранов Кирилл Дмитриевич" userId="d2a70b53-0210-4b97-bca8-1338315e168b" providerId="ADAL" clId="{A096A6AA-1EF2-46A2-A25E-F7AD1A09D336}" dt="2023-09-29T12:43:35.479" v="1912"/>
        <pc:sldMkLst>
          <pc:docMk/>
          <pc:sldMk cId="1642232383" sldId="2922"/>
        </pc:sldMkLst>
        <pc:spChg chg="mod">
          <ac:chgData name="Туранов Кирилл Дмитриевич" userId="d2a70b53-0210-4b97-bca8-1338315e168b" providerId="ADAL" clId="{A096A6AA-1EF2-46A2-A25E-F7AD1A09D336}" dt="2023-09-29T12:42:16.096" v="1890" actId="20577"/>
          <ac:spMkLst>
            <pc:docMk/>
            <pc:sldMk cId="1642232383" sldId="2922"/>
            <ac:spMk id="18" creationId="{C22A9093-B536-0C7C-66A6-D7E6C502B6BF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2:43:22.901" v="1911"/>
          <ac:spMkLst>
            <pc:docMk/>
            <pc:sldMk cId="1642232383" sldId="2922"/>
            <ac:spMk id="22" creationId="{2DA770F5-F2CA-55AC-778A-B5D8C40637E9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2:41:31.881" v="1863" actId="20577"/>
          <ac:spMkLst>
            <pc:docMk/>
            <pc:sldMk cId="1642232383" sldId="2922"/>
            <ac:spMk id="41" creationId="{CE1D24DD-B923-A77A-6F54-AC8CBB150FFA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2:42:09.821" v="1880" actId="20577"/>
          <ac:spMkLst>
            <pc:docMk/>
            <pc:sldMk cId="1642232383" sldId="2922"/>
            <ac:spMk id="639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2:43:08.808" v="1908" actId="313"/>
          <ac:spMkLst>
            <pc:docMk/>
            <pc:sldMk cId="1642232383" sldId="2922"/>
            <ac:spMk id="640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2:42:23.371" v="1893" actId="20577"/>
          <ac:spMkLst>
            <pc:docMk/>
            <pc:sldMk cId="1642232383" sldId="2922"/>
            <ac:spMk id="644" creationId="{00000000-0000-0000-0000-000000000000}"/>
          </ac:spMkLst>
        </pc:spChg>
        <pc:picChg chg="add del mod">
          <ac:chgData name="Туранов Кирилл Дмитриевич" userId="d2a70b53-0210-4b97-bca8-1338315e168b" providerId="ADAL" clId="{A096A6AA-1EF2-46A2-A25E-F7AD1A09D336}" dt="2023-09-29T12:42:41.695" v="1900" actId="478"/>
          <ac:picMkLst>
            <pc:docMk/>
            <pc:sldMk cId="1642232383" sldId="2922"/>
            <ac:picMk id="3" creationId="{0E5D3B5F-EEC9-E770-C6F2-7FE1C95849D9}"/>
          </ac:picMkLst>
        </pc:picChg>
        <pc:picChg chg="mod">
          <ac:chgData name="Туранов Кирилл Дмитриевич" userId="d2a70b53-0210-4b97-bca8-1338315e168b" providerId="ADAL" clId="{A096A6AA-1EF2-46A2-A25E-F7AD1A09D336}" dt="2023-09-29T12:42:57.883" v="1905" actId="1076"/>
          <ac:picMkLst>
            <pc:docMk/>
            <pc:sldMk cId="1642232383" sldId="2922"/>
            <ac:picMk id="4" creationId="{B193D680-502F-A059-FBBF-404DEAC2B05E}"/>
          </ac:picMkLst>
        </pc:picChg>
        <pc:picChg chg="del">
          <ac:chgData name="Туранов Кирилл Дмитриевич" userId="d2a70b53-0210-4b97-bca8-1338315e168b" providerId="ADAL" clId="{A096A6AA-1EF2-46A2-A25E-F7AD1A09D336}" dt="2023-09-29T12:42:27.356" v="1894" actId="478"/>
          <ac:picMkLst>
            <pc:docMk/>
            <pc:sldMk cId="1642232383" sldId="2922"/>
            <ac:picMk id="5" creationId="{FD558111-44F3-4645-2EF7-4569455A50B1}"/>
          </ac:picMkLst>
        </pc:picChg>
        <pc:picChg chg="add mod">
          <ac:chgData name="Туранов Кирилл Дмитриевич" userId="d2a70b53-0210-4b97-bca8-1338315e168b" providerId="ADAL" clId="{A096A6AA-1EF2-46A2-A25E-F7AD1A09D336}" dt="2023-09-29T12:43:04.214" v="1907" actId="1076"/>
          <ac:picMkLst>
            <pc:docMk/>
            <pc:sldMk cId="1642232383" sldId="2922"/>
            <ac:picMk id="6" creationId="{D3E92913-C88D-ABA3-A79D-907B177B9515}"/>
          </ac:picMkLst>
        </pc:picChg>
      </pc:sldChg>
    </pc:docChg>
  </pc:docChgLst>
  <pc:docChgLst>
    <pc:chgData name="Туранов Кирилл Дмитриевич" userId="d2a70b53-0210-4b97-bca8-1338315e168b" providerId="ADAL" clId="{77516684-2827-4BAC-A25D-F7BE6E33B39B}"/>
    <pc:docChg chg="undo redo custSel modSld">
      <pc:chgData name="Туранов Кирилл Дмитриевич" userId="d2a70b53-0210-4b97-bca8-1338315e168b" providerId="ADAL" clId="{77516684-2827-4BAC-A25D-F7BE6E33B39B}" dt="2022-12-27T09:24:59.502" v="667" actId="20577"/>
      <pc:docMkLst>
        <pc:docMk/>
      </pc:docMkLst>
      <pc:sldChg chg="modSp mod">
        <pc:chgData name="Туранов Кирилл Дмитриевич" userId="d2a70b53-0210-4b97-bca8-1338315e168b" providerId="ADAL" clId="{77516684-2827-4BAC-A25D-F7BE6E33B39B}" dt="2022-12-27T09:17:39.311" v="506" actId="20577"/>
        <pc:sldMkLst>
          <pc:docMk/>
          <pc:sldMk cId="377862019" sldId="278"/>
        </pc:sldMkLst>
        <pc:spChg chg="mod">
          <ac:chgData name="Туранов Кирилл Дмитриевич" userId="d2a70b53-0210-4b97-bca8-1338315e168b" providerId="ADAL" clId="{77516684-2827-4BAC-A25D-F7BE6E33B39B}" dt="2022-12-27T09:17:39.311" v="506" actId="20577"/>
          <ac:spMkLst>
            <pc:docMk/>
            <pc:sldMk cId="377862019" sldId="278"/>
            <ac:spMk id="58" creationId="{E847D8B6-7752-4229-BFD0-C57ACDD5265F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3:06.244" v="170" actId="6549"/>
          <ac:spMkLst>
            <pc:docMk/>
            <pc:sldMk cId="377862019" sldId="278"/>
            <ac:spMk id="61" creationId="{F8F49363-FEBB-45C3-86A1-B21815800BD4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2:54.967" v="162" actId="20577"/>
          <ac:spMkLst>
            <pc:docMk/>
            <pc:sldMk cId="377862019" sldId="278"/>
            <ac:spMk id="62" creationId="{DA53C51D-6AAA-4E5E-A285-E7AD9DE6BA23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4:21.083" v="202" actId="122"/>
          <ac:spMkLst>
            <pc:docMk/>
            <pc:sldMk cId="377862019" sldId="278"/>
            <ac:spMk id="63" creationId="{1D115019-5263-4B65-824B-98346FE04BE9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4:23.769" v="203" actId="122"/>
          <ac:spMkLst>
            <pc:docMk/>
            <pc:sldMk cId="377862019" sldId="278"/>
            <ac:spMk id="64" creationId="{2B98A016-89F9-4779-8A71-59516D544A25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08:21.883" v="79" actId="20577"/>
          <ac:spMkLst>
            <pc:docMk/>
            <pc:sldMk cId="377862019" sldId="278"/>
            <ac:spMk id="622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07:10.295" v="11" actId="313"/>
          <ac:spMkLst>
            <pc:docMk/>
            <pc:sldMk cId="377862019" sldId="278"/>
            <ac:spMk id="638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08:49.954" v="111" actId="20577"/>
          <ac:spMkLst>
            <pc:docMk/>
            <pc:sldMk cId="377862019" sldId="278"/>
            <ac:spMk id="640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5:38.389" v="300" actId="20577"/>
          <ac:spMkLst>
            <pc:docMk/>
            <pc:sldMk cId="377862019" sldId="278"/>
            <ac:spMk id="644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1:20.016" v="127" actId="20577"/>
          <ac:spMkLst>
            <pc:docMk/>
            <pc:sldMk cId="377862019" sldId="278"/>
            <ac:spMk id="649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3:42.511" v="178" actId="20577"/>
          <ac:spMkLst>
            <pc:docMk/>
            <pc:sldMk cId="377862019" sldId="278"/>
            <ac:spMk id="653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1:29.034" v="131" actId="20577"/>
          <ac:spMkLst>
            <pc:docMk/>
            <pc:sldMk cId="377862019" sldId="278"/>
            <ac:spMk id="654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1:32.367" v="134" actId="20577"/>
          <ac:spMkLst>
            <pc:docMk/>
            <pc:sldMk cId="377862019" sldId="278"/>
            <ac:spMk id="655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2:45.476" v="156" actId="20577"/>
          <ac:spMkLst>
            <pc:docMk/>
            <pc:sldMk cId="377862019" sldId="278"/>
            <ac:spMk id="656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3:48.547" v="179" actId="1076"/>
          <ac:spMkLst>
            <pc:docMk/>
            <pc:sldMk cId="377862019" sldId="278"/>
            <ac:spMk id="660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4:41.194" v="209" actId="20577"/>
          <ac:spMkLst>
            <pc:docMk/>
            <pc:sldMk cId="377862019" sldId="278"/>
            <ac:spMk id="667" creationId="{00000000-0000-0000-0000-000000000000}"/>
          </ac:spMkLst>
        </pc:spChg>
      </pc:sldChg>
      <pc:sldChg chg="addSp delSp modSp mod">
        <pc:chgData name="Туранов Кирилл Дмитриевич" userId="d2a70b53-0210-4b97-bca8-1338315e168b" providerId="ADAL" clId="{77516684-2827-4BAC-A25D-F7BE6E33B39B}" dt="2022-12-27T09:24:59.502" v="667" actId="20577"/>
        <pc:sldMkLst>
          <pc:docMk/>
          <pc:sldMk cId="1642232383" sldId="2922"/>
        </pc:sldMkLst>
        <pc:spChg chg="mod">
          <ac:chgData name="Туранов Кирилл Дмитриевич" userId="d2a70b53-0210-4b97-bca8-1338315e168b" providerId="ADAL" clId="{77516684-2827-4BAC-A25D-F7BE6E33B39B}" dt="2022-12-27T09:18:10.206" v="519" actId="313"/>
          <ac:spMkLst>
            <pc:docMk/>
            <pc:sldMk cId="1642232383" sldId="2922"/>
            <ac:spMk id="18" creationId="{C22A9093-B536-0C7C-66A6-D7E6C502B6BF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24:59.502" v="667" actId="20577"/>
          <ac:spMkLst>
            <pc:docMk/>
            <pc:sldMk cId="1642232383" sldId="2922"/>
            <ac:spMk id="22" creationId="{2DA770F5-F2CA-55AC-778A-B5D8C40637E9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20:58.115" v="574" actId="20577"/>
          <ac:spMkLst>
            <pc:docMk/>
            <pc:sldMk cId="1642232383" sldId="2922"/>
            <ac:spMk id="41" creationId="{CE1D24DD-B923-A77A-6F54-AC8CBB150FFA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8:01.545" v="507"/>
          <ac:spMkLst>
            <pc:docMk/>
            <pc:sldMk cId="1642232383" sldId="2922"/>
            <ac:spMk id="639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8:31.539" v="522"/>
          <ac:spMkLst>
            <pc:docMk/>
            <pc:sldMk cId="1642232383" sldId="2922"/>
            <ac:spMk id="640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9:39.962" v="538" actId="20577"/>
          <ac:spMkLst>
            <pc:docMk/>
            <pc:sldMk cId="1642232383" sldId="2922"/>
            <ac:spMk id="644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20:17.922" v="553" actId="14100"/>
          <ac:spMkLst>
            <pc:docMk/>
            <pc:sldMk cId="1642232383" sldId="2922"/>
            <ac:spMk id="646" creationId="{00000000-0000-0000-0000-000000000000}"/>
          </ac:spMkLst>
        </pc:spChg>
        <pc:picChg chg="del">
          <ac:chgData name="Туранов Кирилл Дмитриевич" userId="d2a70b53-0210-4b97-bca8-1338315e168b" providerId="ADAL" clId="{77516684-2827-4BAC-A25D-F7BE6E33B39B}" dt="2022-12-27T09:20:31.400" v="554" actId="478"/>
          <ac:picMkLst>
            <pc:docMk/>
            <pc:sldMk cId="1642232383" sldId="2922"/>
            <ac:picMk id="2" creationId="{207EBC0B-48EF-4F13-B9EE-B633359B1AB9}"/>
          </ac:picMkLst>
        </pc:picChg>
        <pc:picChg chg="add mod">
          <ac:chgData name="Туранов Кирилл Дмитриевич" userId="d2a70b53-0210-4b97-bca8-1338315e168b" providerId="ADAL" clId="{77516684-2827-4BAC-A25D-F7BE6E33B39B}" dt="2022-12-27T09:24:32.235" v="660" actId="14100"/>
          <ac:picMkLst>
            <pc:docMk/>
            <pc:sldMk cId="1642232383" sldId="2922"/>
            <ac:picMk id="3" creationId="{21EAE3C7-E1C5-C65A-D825-033C9D2888EE}"/>
          </ac:picMkLst>
        </pc:picChg>
      </pc:sldChg>
    </pc:docChg>
  </pc:docChgLst>
  <pc:docChgLst>
    <pc:chgData name="Чуприков Станислав Олегович" userId="f5a6cb4f-b304-4375-a623-17aaa0dba7e5" providerId="ADAL" clId="{283C4C07-1C38-402A-A9F5-AB86E725A53D}"/>
    <pc:docChg chg="modSld">
      <pc:chgData name="Чуприков Станислав Олегович" userId="f5a6cb4f-b304-4375-a623-17aaa0dba7e5" providerId="ADAL" clId="{283C4C07-1C38-402A-A9F5-AB86E725A53D}" dt="2022-08-15T06:34:38.959" v="1" actId="20577"/>
      <pc:docMkLst>
        <pc:docMk/>
      </pc:docMkLst>
      <pc:sldChg chg="modSp mod">
        <pc:chgData name="Чуприков Станислав Олегович" userId="f5a6cb4f-b304-4375-a623-17aaa0dba7e5" providerId="ADAL" clId="{283C4C07-1C38-402A-A9F5-AB86E725A53D}" dt="2022-08-15T06:34:38.959" v="1" actId="20577"/>
        <pc:sldMkLst>
          <pc:docMk/>
          <pc:sldMk cId="377862019" sldId="278"/>
        </pc:sldMkLst>
        <pc:spChg chg="mod">
          <ac:chgData name="Чуприков Станислав Олегович" userId="f5a6cb4f-b304-4375-a623-17aaa0dba7e5" providerId="ADAL" clId="{283C4C07-1C38-402A-A9F5-AB86E725A53D}" dt="2022-08-15T06:34:38.959" v="1" actId="20577"/>
          <ac:spMkLst>
            <pc:docMk/>
            <pc:sldMk cId="377862019" sldId="278"/>
            <ac:spMk id="649" creationId="{00000000-0000-0000-0000-000000000000}"/>
          </ac:spMkLst>
        </pc:spChg>
      </pc:sldChg>
    </pc:docChg>
  </pc:docChgLst>
  <pc:docChgLst>
    <pc:chgData name="Туранов Кирилл Дмитриевич" userId="d2a70b53-0210-4b97-bca8-1338315e168b" providerId="ADAL" clId="{683C69B6-4777-40C6-BE37-DEB8DFA88A71}"/>
    <pc:docChg chg="custSel modSld">
      <pc:chgData name="Туранов Кирилл Дмитриевич" userId="d2a70b53-0210-4b97-bca8-1338315e168b" providerId="ADAL" clId="{683C69B6-4777-40C6-BE37-DEB8DFA88A71}" dt="2023-02-15T08:56:16.589" v="878" actId="20577"/>
      <pc:docMkLst>
        <pc:docMk/>
      </pc:docMkLst>
      <pc:sldChg chg="modNotesTx">
        <pc:chgData name="Туранов Кирилл Дмитриевич" userId="d2a70b53-0210-4b97-bca8-1338315e168b" providerId="ADAL" clId="{683C69B6-4777-40C6-BE37-DEB8DFA88A71}" dt="2023-02-15T08:56:16.589" v="878" actId="20577"/>
        <pc:sldMkLst>
          <pc:docMk/>
          <pc:sldMk cId="377862019" sldId="278"/>
        </pc:sldMkLst>
      </pc:sldChg>
    </pc:docChg>
  </pc:docChgLst>
  <pc:docChgLst>
    <pc:chgData name="Слиньков Александр" userId="d8474a66-80a7-40ca-8318-45ad1907908a" providerId="ADAL" clId="{270929A3-4AAA-4574-BDD6-484FF7E139FB}"/>
    <pc:docChg chg="undo custSel modSld">
      <pc:chgData name="Слиньков Александр" userId="d8474a66-80a7-40ca-8318-45ad1907908a" providerId="ADAL" clId="{270929A3-4AAA-4574-BDD6-484FF7E139FB}" dt="2023-10-23T09:23:32.495" v="1682"/>
      <pc:docMkLst>
        <pc:docMk/>
      </pc:docMkLst>
      <pc:sldChg chg="addSp delSp modSp mod modNotesTx">
        <pc:chgData name="Слиньков Александр" userId="d8474a66-80a7-40ca-8318-45ad1907908a" providerId="ADAL" clId="{270929A3-4AAA-4574-BDD6-484FF7E139FB}" dt="2023-10-23T09:23:08.307" v="1680" actId="20577"/>
        <pc:sldMkLst>
          <pc:docMk/>
          <pc:sldMk cId="377862019" sldId="278"/>
        </pc:sldMkLst>
        <pc:spChg chg="mod">
          <ac:chgData name="Слиньков Александр" userId="d8474a66-80a7-40ca-8318-45ad1907908a" providerId="ADAL" clId="{270929A3-4AAA-4574-BDD6-484FF7E139FB}" dt="2023-10-23T09:23:08.307" v="1680" actId="20577"/>
          <ac:spMkLst>
            <pc:docMk/>
            <pc:sldMk cId="377862019" sldId="278"/>
            <ac:spMk id="58" creationId="{E847D8B6-7752-4229-BFD0-C57ACDD5265F}"/>
          </ac:spMkLst>
        </pc:spChg>
        <pc:spChg chg="mod">
          <ac:chgData name="Слиньков Александр" userId="d8474a66-80a7-40ca-8318-45ad1907908a" providerId="ADAL" clId="{270929A3-4AAA-4574-BDD6-484FF7E139FB}" dt="2023-10-23T08:14:35.934" v="272" actId="20577"/>
          <ac:spMkLst>
            <pc:docMk/>
            <pc:sldMk cId="377862019" sldId="278"/>
            <ac:spMk id="61" creationId="{F8F49363-FEBB-45C3-86A1-B21815800BD4}"/>
          </ac:spMkLst>
        </pc:spChg>
        <pc:spChg chg="mod">
          <ac:chgData name="Слиньков Александр" userId="d8474a66-80a7-40ca-8318-45ad1907908a" providerId="ADAL" clId="{270929A3-4AAA-4574-BDD6-484FF7E139FB}" dt="2023-10-23T08:14:33.659" v="270" actId="20577"/>
          <ac:spMkLst>
            <pc:docMk/>
            <pc:sldMk cId="377862019" sldId="278"/>
            <ac:spMk id="62" creationId="{DA53C51D-6AAA-4E5E-A285-E7AD9DE6BA23}"/>
          </ac:spMkLst>
        </pc:spChg>
        <pc:spChg chg="mod">
          <ac:chgData name="Слиньков Александр" userId="d8474a66-80a7-40ca-8318-45ad1907908a" providerId="ADAL" clId="{270929A3-4AAA-4574-BDD6-484FF7E139FB}" dt="2023-10-23T08:13:24.723" v="220" actId="20577"/>
          <ac:spMkLst>
            <pc:docMk/>
            <pc:sldMk cId="377862019" sldId="278"/>
            <ac:spMk id="63" creationId="{1D115019-5263-4B65-824B-98346FE04BE9}"/>
          </ac:spMkLst>
        </pc:spChg>
        <pc:spChg chg="mod">
          <ac:chgData name="Слиньков Александр" userId="d8474a66-80a7-40ca-8318-45ad1907908a" providerId="ADAL" clId="{270929A3-4AAA-4574-BDD6-484FF7E139FB}" dt="2023-10-23T08:13:36.574" v="228" actId="14100"/>
          <ac:spMkLst>
            <pc:docMk/>
            <pc:sldMk cId="377862019" sldId="278"/>
            <ac:spMk id="64" creationId="{2B98A016-89F9-4779-8A71-59516D544A25}"/>
          </ac:spMkLst>
        </pc:spChg>
        <pc:spChg chg="mod">
          <ac:chgData name="Слиньков Александр" userId="d8474a66-80a7-40ca-8318-45ad1907908a" providerId="ADAL" clId="{270929A3-4AAA-4574-BDD6-484FF7E139FB}" dt="2023-10-10T11:44:32.390" v="20" actId="20577"/>
          <ac:spMkLst>
            <pc:docMk/>
            <pc:sldMk cId="377862019" sldId="278"/>
            <ac:spMk id="622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10T11:41:52.673" v="17" actId="20577"/>
          <ac:spMkLst>
            <pc:docMk/>
            <pc:sldMk cId="377862019" sldId="278"/>
            <ac:spMk id="638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10T11:45:49.279" v="81" actId="20577"/>
          <ac:spMkLst>
            <pc:docMk/>
            <pc:sldMk cId="377862019" sldId="278"/>
            <ac:spMk id="640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18T11:44:57.634" v="171" actId="20577"/>
          <ac:spMkLst>
            <pc:docMk/>
            <pc:sldMk cId="377862019" sldId="278"/>
            <ac:spMk id="644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23T08:09:41.724" v="185" actId="20577"/>
          <ac:spMkLst>
            <pc:docMk/>
            <pc:sldMk cId="377862019" sldId="278"/>
            <ac:spMk id="649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23T08:10:10.799" v="197" actId="20577"/>
          <ac:spMkLst>
            <pc:docMk/>
            <pc:sldMk cId="377862019" sldId="278"/>
            <ac:spMk id="653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23T08:09:53.243" v="194" actId="20577"/>
          <ac:spMkLst>
            <pc:docMk/>
            <pc:sldMk cId="377862019" sldId="278"/>
            <ac:spMk id="654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23T08:09:54.440" v="195" actId="20577"/>
          <ac:spMkLst>
            <pc:docMk/>
            <pc:sldMk cId="377862019" sldId="278"/>
            <ac:spMk id="655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23T08:14:24.782" v="268" actId="20577"/>
          <ac:spMkLst>
            <pc:docMk/>
            <pc:sldMk cId="377862019" sldId="278"/>
            <ac:spMk id="656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23T08:14:48.936" v="273" actId="20577"/>
          <ac:spMkLst>
            <pc:docMk/>
            <pc:sldMk cId="377862019" sldId="278"/>
            <ac:spMk id="660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23T08:14:04.039" v="249" actId="20577"/>
          <ac:spMkLst>
            <pc:docMk/>
            <pc:sldMk cId="377862019" sldId="278"/>
            <ac:spMk id="663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23T08:14:13.784" v="251" actId="20577"/>
          <ac:spMkLst>
            <pc:docMk/>
            <pc:sldMk cId="377862019" sldId="278"/>
            <ac:spMk id="667" creationId="{00000000-0000-0000-0000-000000000000}"/>
          </ac:spMkLst>
        </pc:spChg>
        <pc:picChg chg="add mod">
          <ac:chgData name="Слиньков Александр" userId="d8474a66-80a7-40ca-8318-45ad1907908a" providerId="ADAL" clId="{270929A3-4AAA-4574-BDD6-484FF7E139FB}" dt="2023-10-10T11:46:14.327" v="86" actId="1076"/>
          <ac:picMkLst>
            <pc:docMk/>
            <pc:sldMk cId="377862019" sldId="278"/>
            <ac:picMk id="2" creationId="{AA40BE9C-C762-C83B-D95F-6520FFEB96D0}"/>
          </ac:picMkLst>
        </pc:picChg>
        <pc:picChg chg="del">
          <ac:chgData name="Слиньков Александр" userId="d8474a66-80a7-40ca-8318-45ad1907908a" providerId="ADAL" clId="{270929A3-4AAA-4574-BDD6-484FF7E139FB}" dt="2023-10-10T11:45:55.209" v="82" actId="478"/>
          <ac:picMkLst>
            <pc:docMk/>
            <pc:sldMk cId="377862019" sldId="278"/>
            <ac:picMk id="3" creationId="{E2CEE4A2-6915-8D59-53EE-4E6339236BC8}"/>
          </ac:picMkLst>
        </pc:picChg>
      </pc:sldChg>
      <pc:sldChg chg="addSp modSp mod modNotesTx">
        <pc:chgData name="Слиньков Александр" userId="d8474a66-80a7-40ca-8318-45ad1907908a" providerId="ADAL" clId="{270929A3-4AAA-4574-BDD6-484FF7E139FB}" dt="2023-10-23T09:23:32.495" v="1682"/>
        <pc:sldMkLst>
          <pc:docMk/>
          <pc:sldMk cId="1642232383" sldId="2922"/>
        </pc:sldMkLst>
        <pc:spChg chg="mod">
          <ac:chgData name="Слиньков Александр" userId="d8474a66-80a7-40ca-8318-45ad1907908a" providerId="ADAL" clId="{270929A3-4AAA-4574-BDD6-484FF7E139FB}" dt="2023-10-23T08:18:29.402" v="300" actId="20577"/>
          <ac:spMkLst>
            <pc:docMk/>
            <pc:sldMk cId="1642232383" sldId="2922"/>
            <ac:spMk id="18" creationId="{C22A9093-B536-0C7C-66A6-D7E6C502B6BF}"/>
          </ac:spMkLst>
        </pc:spChg>
        <pc:spChg chg="mod">
          <ac:chgData name="Слиньков Александр" userId="d8474a66-80a7-40ca-8318-45ad1907908a" providerId="ADAL" clId="{270929A3-4AAA-4574-BDD6-484FF7E139FB}" dt="2023-10-23T09:23:16.241" v="1681"/>
          <ac:spMkLst>
            <pc:docMk/>
            <pc:sldMk cId="1642232383" sldId="2922"/>
            <ac:spMk id="22" creationId="{2DA770F5-F2CA-55AC-778A-B5D8C40637E9}"/>
          </ac:spMkLst>
        </pc:spChg>
        <pc:spChg chg="mod">
          <ac:chgData name="Слиньков Александр" userId="d8474a66-80a7-40ca-8318-45ad1907908a" providerId="ADAL" clId="{270929A3-4AAA-4574-BDD6-484FF7E139FB}" dt="2023-10-23T08:17:43.235" v="288" actId="20577"/>
          <ac:spMkLst>
            <pc:docMk/>
            <pc:sldMk cId="1642232383" sldId="2922"/>
            <ac:spMk id="41" creationId="{CE1D24DD-B923-A77A-6F54-AC8CBB150FFA}"/>
          </ac:spMkLst>
        </pc:spChg>
        <pc:spChg chg="mod">
          <ac:chgData name="Слиньков Александр" userId="d8474a66-80a7-40ca-8318-45ad1907908a" providerId="ADAL" clId="{270929A3-4AAA-4574-BDD6-484FF7E139FB}" dt="2023-10-10T11:45:04.971" v="24" actId="1076"/>
          <ac:spMkLst>
            <pc:docMk/>
            <pc:sldMk cId="1642232383" sldId="2922"/>
            <ac:spMk id="639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23T08:19:15.754" v="304"/>
          <ac:spMkLst>
            <pc:docMk/>
            <pc:sldMk cId="1642232383" sldId="2922"/>
            <ac:spMk id="640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23T08:28:22.651" v="553" actId="20577"/>
          <ac:spMkLst>
            <pc:docMk/>
            <pc:sldMk cId="1642232383" sldId="2922"/>
            <ac:spMk id="644" creationId="{00000000-0000-0000-0000-000000000000}"/>
          </ac:spMkLst>
        </pc:spChg>
        <pc:picChg chg="mod">
          <ac:chgData name="Слиньков Александр" userId="d8474a66-80a7-40ca-8318-45ad1907908a" providerId="ADAL" clId="{270929A3-4AAA-4574-BDD6-484FF7E139FB}" dt="2023-10-23T08:15:38.823" v="277" actId="1076"/>
          <ac:picMkLst>
            <pc:docMk/>
            <pc:sldMk cId="1642232383" sldId="2922"/>
            <ac:picMk id="2" creationId="{563FBD53-862C-4362-6211-3F88DBB19ECE}"/>
          </ac:picMkLst>
        </pc:picChg>
        <pc:picChg chg="add mod">
          <ac:chgData name="Слиньков Александр" userId="d8474a66-80a7-40ca-8318-45ad1907908a" providerId="ADAL" clId="{270929A3-4AAA-4574-BDD6-484FF7E139FB}" dt="2023-10-10T11:46:28.167" v="87"/>
          <ac:picMkLst>
            <pc:docMk/>
            <pc:sldMk cId="1642232383" sldId="2922"/>
            <ac:picMk id="3" creationId="{854AFAD5-2E8E-4893-0C87-54E746C69362}"/>
          </ac:picMkLst>
        </pc:picChg>
      </pc:sldChg>
    </pc:docChg>
  </pc:docChgLst>
  <pc:docChgLst>
    <pc:chgData name="Мазур Егор Антонович" userId="81be87f9-45b0-412a-b5b6-0617d339ddbb" providerId="ADAL" clId="{BE023EB2-1931-44E9-8D3E-76DEA589B28C}"/>
    <pc:docChg chg="undo custSel addSld modSld">
      <pc:chgData name="Мазур Егор Антонович" userId="81be87f9-45b0-412a-b5b6-0617d339ddbb" providerId="ADAL" clId="{BE023EB2-1931-44E9-8D3E-76DEA589B28C}" dt="2022-08-10T09:10:05.980" v="32" actId="20577"/>
      <pc:docMkLst>
        <pc:docMk/>
      </pc:docMkLst>
      <pc:sldChg chg="addSp delSp modSp add mod">
        <pc:chgData name="Мазур Егор Антонович" userId="81be87f9-45b0-412a-b5b6-0617d339ddbb" providerId="ADAL" clId="{BE023EB2-1931-44E9-8D3E-76DEA589B28C}" dt="2022-08-10T09:10:05.980" v="32" actId="20577"/>
        <pc:sldMkLst>
          <pc:docMk/>
          <pc:sldMk cId="1895345874" sldId="2920"/>
        </pc:sldMkLst>
        <pc:spChg chg="mod">
          <ac:chgData name="Мазур Егор Антонович" userId="81be87f9-45b0-412a-b5b6-0617d339ddbb" providerId="ADAL" clId="{BE023EB2-1931-44E9-8D3E-76DEA589B28C}" dt="2022-08-10T09:08:35.482" v="3"/>
          <ac:spMkLst>
            <pc:docMk/>
            <pc:sldMk cId="1895345874" sldId="2920"/>
            <ac:spMk id="18" creationId="{C22A9093-B536-0C7C-66A6-D7E6C502B6BF}"/>
          </ac:spMkLst>
        </pc:spChg>
        <pc:spChg chg="mod">
          <ac:chgData name="Мазур Егор Антонович" userId="81be87f9-45b0-412a-b5b6-0617d339ddbb" providerId="ADAL" clId="{BE023EB2-1931-44E9-8D3E-76DEA589B28C}" dt="2022-08-10T09:09:42.700" v="14"/>
          <ac:spMkLst>
            <pc:docMk/>
            <pc:sldMk cId="1895345874" sldId="2920"/>
            <ac:spMk id="22" creationId="{2DA770F5-F2CA-55AC-778A-B5D8C40637E9}"/>
          </ac:spMkLst>
        </pc:spChg>
        <pc:spChg chg="mod">
          <ac:chgData name="Мазур Егор Антонович" userId="81be87f9-45b0-412a-b5b6-0617d339ddbb" providerId="ADAL" clId="{BE023EB2-1931-44E9-8D3E-76DEA589B28C}" dt="2022-08-10T09:10:05.980" v="32" actId="20577"/>
          <ac:spMkLst>
            <pc:docMk/>
            <pc:sldMk cId="1895345874" sldId="2920"/>
            <ac:spMk id="41" creationId="{CE1D24DD-B923-A77A-6F54-AC8CBB150FFA}"/>
          </ac:spMkLst>
        </pc:spChg>
        <pc:spChg chg="mod">
          <ac:chgData name="Мазур Егор Антонович" userId="81be87f9-45b0-412a-b5b6-0617d339ddbb" providerId="ADAL" clId="{BE023EB2-1931-44E9-8D3E-76DEA589B28C}" dt="2022-08-10T09:08:46.674" v="4"/>
          <ac:spMkLst>
            <pc:docMk/>
            <pc:sldMk cId="1895345874" sldId="2920"/>
            <ac:spMk id="639" creationId="{00000000-0000-0000-0000-000000000000}"/>
          </ac:spMkLst>
        </pc:spChg>
        <pc:spChg chg="mod">
          <ac:chgData name="Мазур Егор Антонович" userId="81be87f9-45b0-412a-b5b6-0617d339ddbb" providerId="ADAL" clId="{BE023EB2-1931-44E9-8D3E-76DEA589B28C}" dt="2022-08-10T09:09:00.602" v="7" actId="20577"/>
          <ac:spMkLst>
            <pc:docMk/>
            <pc:sldMk cId="1895345874" sldId="2920"/>
            <ac:spMk id="640" creationId="{00000000-0000-0000-0000-000000000000}"/>
          </ac:spMkLst>
        </pc:spChg>
        <pc:spChg chg="mod">
          <ac:chgData name="Мазур Егор Антонович" userId="81be87f9-45b0-412a-b5b6-0617d339ddbb" providerId="ADAL" clId="{BE023EB2-1931-44E9-8D3E-76DEA589B28C}" dt="2022-08-10T09:09:27.116" v="13" actId="20577"/>
          <ac:spMkLst>
            <pc:docMk/>
            <pc:sldMk cId="1895345874" sldId="2920"/>
            <ac:spMk id="644" creationId="{00000000-0000-0000-0000-000000000000}"/>
          </ac:spMkLst>
        </pc:spChg>
        <pc:picChg chg="add mod">
          <ac:chgData name="Мазур Егор Антонович" userId="81be87f9-45b0-412a-b5b6-0617d339ddbb" providerId="ADAL" clId="{BE023EB2-1931-44E9-8D3E-76DEA589B28C}" dt="2022-08-10T09:09:50.294" v="17" actId="1076"/>
          <ac:picMkLst>
            <pc:docMk/>
            <pc:sldMk cId="1895345874" sldId="2920"/>
            <ac:picMk id="17" creationId="{C5D6327B-7783-114F-ADE8-963098C0523C}"/>
          </ac:picMkLst>
        </pc:picChg>
        <pc:picChg chg="del">
          <ac:chgData name="Мазур Егор Антонович" userId="81be87f9-45b0-412a-b5b6-0617d339ddbb" providerId="ADAL" clId="{BE023EB2-1931-44E9-8D3E-76DEA589B28C}" dt="2022-08-10T09:09:47.741" v="15" actId="478"/>
          <ac:picMkLst>
            <pc:docMk/>
            <pc:sldMk cId="1895345874" sldId="2920"/>
            <ac:picMk id="19" creationId="{1F0F6998-93D2-2F49-5133-676C53B6CDC1}"/>
          </ac:picMkLst>
        </pc:picChg>
      </pc:sldChg>
    </pc:docChg>
  </pc:docChgLst>
  <pc:docChgLst>
    <pc:chgData name="Голубцова Ирина" userId="f418c0b2-254f-46a7-be59-aa53f9e9bb77" providerId="ADAL" clId="{9363ED61-E501-4DAB-860B-15430BB49221}"/>
    <pc:docChg chg="modSld">
      <pc:chgData name="Голубцова Ирина" userId="f418c0b2-254f-46a7-be59-aa53f9e9bb77" providerId="ADAL" clId="{9363ED61-E501-4DAB-860B-15430BB49221}" dt="2022-10-13T16:37:09.250" v="7" actId="1076"/>
      <pc:docMkLst>
        <pc:docMk/>
      </pc:docMkLst>
      <pc:sldChg chg="modSp mod">
        <pc:chgData name="Голубцова Ирина" userId="f418c0b2-254f-46a7-be59-aa53f9e9bb77" providerId="ADAL" clId="{9363ED61-E501-4DAB-860B-15430BB49221}" dt="2022-10-13T16:37:09.250" v="7" actId="1076"/>
        <pc:sldMkLst>
          <pc:docMk/>
          <pc:sldMk cId="1895345874" sldId="2920"/>
        </pc:sldMkLst>
        <pc:spChg chg="mod">
          <ac:chgData name="Голубцова Ирина" userId="f418c0b2-254f-46a7-be59-aa53f9e9bb77" providerId="ADAL" clId="{9363ED61-E501-4DAB-860B-15430BB49221}" dt="2022-10-13T16:37:09.250" v="7" actId="1076"/>
          <ac:spMkLst>
            <pc:docMk/>
            <pc:sldMk cId="1895345874" sldId="2920"/>
            <ac:spMk id="22" creationId="{2DA770F5-F2CA-55AC-778A-B5D8C40637E9}"/>
          </ac:spMkLst>
        </pc:spChg>
        <pc:spChg chg="mod">
          <ac:chgData name="Голубцова Ирина" userId="f418c0b2-254f-46a7-be59-aa53f9e9bb77" providerId="ADAL" clId="{9363ED61-E501-4DAB-860B-15430BB49221}" dt="2022-10-13T16:36:01.045" v="0" actId="1076"/>
          <ac:spMkLst>
            <pc:docMk/>
            <pc:sldMk cId="1895345874" sldId="2920"/>
            <ac:spMk id="41" creationId="{CE1D24DD-B923-A77A-6F54-AC8CBB150FFA}"/>
          </ac:spMkLst>
        </pc:spChg>
        <pc:picChg chg="mod">
          <ac:chgData name="Голубцова Ирина" userId="f418c0b2-254f-46a7-be59-aa53f9e9bb77" providerId="ADAL" clId="{9363ED61-E501-4DAB-860B-15430BB49221}" dt="2022-10-13T16:36:21.047" v="3" actId="14100"/>
          <ac:picMkLst>
            <pc:docMk/>
            <pc:sldMk cId="1895345874" sldId="2920"/>
            <ac:picMk id="20" creationId="{8942518B-80D8-4D22-81E1-B63047978942}"/>
          </ac:picMkLst>
        </pc:picChg>
      </pc:sldChg>
    </pc:docChg>
  </pc:docChgLst>
  <pc:docChgLst>
    <pc:chgData name="Константин" userId="c3ec5008-826c-4425-ba2c-e1785a11f5c6" providerId="ADAL" clId="{0C8F4222-062A-4587-8866-F8E3472979BD}"/>
    <pc:docChg chg="modSld">
      <pc:chgData name="Константин" userId="c3ec5008-826c-4425-ba2c-e1785a11f5c6" providerId="ADAL" clId="{0C8F4222-062A-4587-8866-F8E3472979BD}" dt="2022-10-17T12:38:45.743" v="0" actId="20577"/>
      <pc:docMkLst>
        <pc:docMk/>
      </pc:docMkLst>
      <pc:sldChg chg="modNotesTx">
        <pc:chgData name="Константин" userId="c3ec5008-826c-4425-ba2c-e1785a11f5c6" providerId="ADAL" clId="{0C8F4222-062A-4587-8866-F8E3472979BD}" dt="2022-10-17T12:38:45.743" v="0" actId="20577"/>
        <pc:sldMkLst>
          <pc:docMk/>
          <pc:sldMk cId="377862019" sldId="278"/>
        </pc:sldMkLst>
      </pc:sldChg>
    </pc:docChg>
  </pc:docChgLst>
  <pc:docChgLst>
    <pc:chgData name="Торопова Анастасия Игоревна" userId="S::toropova_ai@archk.ru::ccf55b8b-4c71-4484-9ef8-91a0cbed1e94" providerId="AD" clId="Web-{6DF975A1-1C07-D82F-5CAC-F97DA3A14173}"/>
    <pc:docChg chg="modSld">
      <pc:chgData name="Торопова Анастасия Игоревна" userId="S::toropova_ai@archk.ru::ccf55b8b-4c71-4484-9ef8-91a0cbed1e94" providerId="AD" clId="Web-{6DF975A1-1C07-D82F-5CAC-F97DA3A14173}" dt="2023-04-04T12:33:07.594" v="0"/>
      <pc:docMkLst>
        <pc:docMk/>
      </pc:docMkLst>
      <pc:sldChg chg="modNotes">
        <pc:chgData name="Торопова Анастасия Игоревна" userId="S::toropova_ai@archk.ru::ccf55b8b-4c71-4484-9ef8-91a0cbed1e94" providerId="AD" clId="Web-{6DF975A1-1C07-D82F-5CAC-F97DA3A14173}" dt="2023-04-04T12:33:07.594" v="0"/>
        <pc:sldMkLst>
          <pc:docMk/>
          <pc:sldMk cId="1642232383" sldId="2922"/>
        </pc:sldMkLst>
      </pc:sldChg>
    </pc:docChg>
  </pc:docChgLst>
  <pc:docChgLst>
    <pc:chgData name="Лёвкина Наталья" userId="430a77c7-2aa0-412b-9874-6952fe3919bd" providerId="ADAL" clId="{F9CD91E5-2712-4315-B448-562A626A4958}"/>
    <pc:docChg chg="custSel addSld modSld">
      <pc:chgData name="Лёвкина Наталья" userId="430a77c7-2aa0-412b-9874-6952fe3919bd" providerId="ADAL" clId="{F9CD91E5-2712-4315-B448-562A626A4958}" dt="2022-06-24T17:29:26.286" v="128" actId="20577"/>
      <pc:docMkLst>
        <pc:docMk/>
      </pc:docMkLst>
      <pc:sldChg chg="addSp delSp modSp new mod">
        <pc:chgData name="Лёвкина Наталья" userId="430a77c7-2aa0-412b-9874-6952fe3919bd" providerId="ADAL" clId="{F9CD91E5-2712-4315-B448-562A626A4958}" dt="2022-06-24T17:29:26.286" v="128" actId="20577"/>
        <pc:sldMkLst>
          <pc:docMk/>
          <pc:sldMk cId="907537560" sldId="279"/>
        </pc:sldMkLst>
        <pc:spChg chg="del">
          <ac:chgData name="Лёвкина Наталья" userId="430a77c7-2aa0-412b-9874-6952fe3919bd" providerId="ADAL" clId="{F9CD91E5-2712-4315-B448-562A626A4958}" dt="2022-06-24T17:28:22.603" v="1" actId="478"/>
          <ac:spMkLst>
            <pc:docMk/>
            <pc:sldMk cId="907537560" sldId="279"/>
            <ac:spMk id="2" creationId="{58B7F125-8A82-750A-BD74-154BADC03AD0}"/>
          </ac:spMkLst>
        </pc:spChg>
        <pc:spChg chg="del">
          <ac:chgData name="Лёвкина Наталья" userId="430a77c7-2aa0-412b-9874-6952fe3919bd" providerId="ADAL" clId="{F9CD91E5-2712-4315-B448-562A626A4958}" dt="2022-06-24T17:28:23.640" v="2" actId="478"/>
          <ac:spMkLst>
            <pc:docMk/>
            <pc:sldMk cId="907537560" sldId="279"/>
            <ac:spMk id="3" creationId="{523D842F-EC19-C191-13BE-847EDCB8405F}"/>
          </ac:spMkLst>
        </pc:spChg>
        <pc:spChg chg="add mod">
          <ac:chgData name="Лёвкина Наталья" userId="430a77c7-2aa0-412b-9874-6952fe3919bd" providerId="ADAL" clId="{F9CD91E5-2712-4315-B448-562A626A4958}" dt="2022-06-24T17:29:26.286" v="128" actId="20577"/>
          <ac:spMkLst>
            <pc:docMk/>
            <pc:sldMk cId="907537560" sldId="279"/>
            <ac:spMk id="4" creationId="{8F211C11-F4EA-47AD-B988-9D0E4F2A3F57}"/>
          </ac:spMkLst>
        </pc:spChg>
      </pc:sldChg>
    </pc:docChg>
  </pc:docChgLst>
  <pc:docChgLst>
    <pc:chgData name="Туранов Кирилл Дмитриевич" userId="d2a70b53-0210-4b97-bca8-1338315e168b" providerId="ADAL" clId="{3480D09B-FCB5-4DB9-91EB-52FA4EB0B1C5}"/>
    <pc:docChg chg="undo redo custSel modSld">
      <pc:chgData name="Туранов Кирилл Дмитриевич" userId="d2a70b53-0210-4b97-bca8-1338315e168b" providerId="ADAL" clId="{3480D09B-FCB5-4DB9-91EB-52FA4EB0B1C5}" dt="2023-07-28T20:46:11.985" v="1898" actId="1076"/>
      <pc:docMkLst>
        <pc:docMk/>
      </pc:docMkLst>
      <pc:sldChg chg="addSp delSp modSp mod modNotesTx">
        <pc:chgData name="Туранов Кирилл Дмитриевич" userId="d2a70b53-0210-4b97-bca8-1338315e168b" providerId="ADAL" clId="{3480D09B-FCB5-4DB9-91EB-52FA4EB0B1C5}" dt="2023-07-28T20:38:18.574" v="1679" actId="27636"/>
        <pc:sldMkLst>
          <pc:docMk/>
          <pc:sldMk cId="377862019" sldId="278"/>
        </pc:sldMkLst>
        <pc:spChg chg="mod">
          <ac:chgData name="Туранов Кирилл Дмитриевич" userId="d2a70b53-0210-4b97-bca8-1338315e168b" providerId="ADAL" clId="{3480D09B-FCB5-4DB9-91EB-52FA4EB0B1C5}" dt="2023-07-28T20:13:10.902" v="588" actId="20577"/>
          <ac:spMkLst>
            <pc:docMk/>
            <pc:sldMk cId="377862019" sldId="278"/>
            <ac:spMk id="58" creationId="{E847D8B6-7752-4229-BFD0-C57ACDD5265F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5:32.225" v="199" actId="20577"/>
          <ac:spMkLst>
            <pc:docMk/>
            <pc:sldMk cId="377862019" sldId="278"/>
            <ac:spMk id="61" creationId="{F8F49363-FEBB-45C3-86A1-B21815800BD4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5:38.669" v="207" actId="20577"/>
          <ac:spMkLst>
            <pc:docMk/>
            <pc:sldMk cId="377862019" sldId="278"/>
            <ac:spMk id="62" creationId="{DA53C51D-6AAA-4E5E-A285-E7AD9DE6BA23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6:02.601" v="221" actId="20577"/>
          <ac:spMkLst>
            <pc:docMk/>
            <pc:sldMk cId="377862019" sldId="278"/>
            <ac:spMk id="63" creationId="{1D115019-5263-4B65-824B-98346FE04BE9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6:09.722" v="228" actId="20577"/>
          <ac:spMkLst>
            <pc:docMk/>
            <pc:sldMk cId="377862019" sldId="278"/>
            <ac:spMk id="64" creationId="{2B98A016-89F9-4779-8A71-59516D544A25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2:33.658" v="144" actId="20577"/>
          <ac:spMkLst>
            <pc:docMk/>
            <pc:sldMk cId="377862019" sldId="278"/>
            <ac:spMk id="622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0:42.343" v="37" actId="20577"/>
          <ac:spMkLst>
            <pc:docMk/>
            <pc:sldMk cId="377862019" sldId="278"/>
            <ac:spMk id="638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38:18.574" v="1679" actId="27636"/>
          <ac:spMkLst>
            <pc:docMk/>
            <pc:sldMk cId="377862019" sldId="278"/>
            <ac:spMk id="640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3:46.317" v="153" actId="20577"/>
          <ac:spMkLst>
            <pc:docMk/>
            <pc:sldMk cId="377862019" sldId="278"/>
            <ac:spMk id="644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4:36.934" v="169" actId="20577"/>
          <ac:spMkLst>
            <pc:docMk/>
            <pc:sldMk cId="377862019" sldId="278"/>
            <ac:spMk id="649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7:09.007" v="239" actId="20577"/>
          <ac:spMkLst>
            <pc:docMk/>
            <pc:sldMk cId="377862019" sldId="278"/>
            <ac:spMk id="653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4:54.540" v="177" actId="20577"/>
          <ac:spMkLst>
            <pc:docMk/>
            <pc:sldMk cId="377862019" sldId="278"/>
            <ac:spMk id="654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5:02.907" v="183" actId="20577"/>
          <ac:spMkLst>
            <pc:docMk/>
            <pc:sldMk cId="377862019" sldId="278"/>
            <ac:spMk id="655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5:20.610" v="191" actId="20577"/>
          <ac:spMkLst>
            <pc:docMk/>
            <pc:sldMk cId="377862019" sldId="278"/>
            <ac:spMk id="656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7:05.149" v="238" actId="20577"/>
          <ac:spMkLst>
            <pc:docMk/>
            <pc:sldMk cId="377862019" sldId="278"/>
            <ac:spMk id="660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5:55.095" v="216" actId="20577"/>
          <ac:spMkLst>
            <pc:docMk/>
            <pc:sldMk cId="377862019" sldId="278"/>
            <ac:spMk id="663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7:17.934" v="247" actId="20577"/>
          <ac:spMkLst>
            <pc:docMk/>
            <pc:sldMk cId="377862019" sldId="278"/>
            <ac:spMk id="667" creationId="{00000000-0000-0000-0000-000000000000}"/>
          </ac:spMkLst>
        </pc:spChg>
        <pc:picChg chg="add mod">
          <ac:chgData name="Туранов Кирилл Дмитриевич" userId="d2a70b53-0210-4b97-bca8-1338315e168b" providerId="ADAL" clId="{3480D09B-FCB5-4DB9-91EB-52FA4EB0B1C5}" dt="2023-07-28T20:15:54.640" v="612" actId="1076"/>
          <ac:picMkLst>
            <pc:docMk/>
            <pc:sldMk cId="377862019" sldId="278"/>
            <ac:picMk id="2" creationId="{6128D81C-A4D2-8284-7873-0CE3EBA139C2}"/>
          </ac:picMkLst>
        </pc:picChg>
        <pc:picChg chg="del">
          <ac:chgData name="Туранов Кирилл Дмитриевич" userId="d2a70b53-0210-4b97-bca8-1338315e168b" providerId="ADAL" clId="{3480D09B-FCB5-4DB9-91EB-52FA4EB0B1C5}" dt="2023-07-28T19:52:50.350" v="0" actId="478"/>
          <ac:picMkLst>
            <pc:docMk/>
            <pc:sldMk cId="377862019" sldId="278"/>
            <ac:picMk id="3" creationId="{632F6FB8-F534-18DE-A67F-BA7ECF16A179}"/>
          </ac:picMkLst>
        </pc:picChg>
      </pc:sldChg>
      <pc:sldChg chg="addSp delSp modSp mod modNotesTx">
        <pc:chgData name="Туранов Кирилл Дмитриевич" userId="d2a70b53-0210-4b97-bca8-1338315e168b" providerId="ADAL" clId="{3480D09B-FCB5-4DB9-91EB-52FA4EB0B1C5}" dt="2023-07-28T20:46:11.985" v="1898" actId="1076"/>
        <pc:sldMkLst>
          <pc:docMk/>
          <pc:sldMk cId="1642232383" sldId="2922"/>
        </pc:sldMkLst>
        <pc:spChg chg="mod">
          <ac:chgData name="Туранов Кирилл Дмитриевич" userId="d2a70b53-0210-4b97-bca8-1338315e168b" providerId="ADAL" clId="{3480D09B-FCB5-4DB9-91EB-52FA4EB0B1C5}" dt="2023-07-28T20:37:40.609" v="1669"/>
          <ac:spMkLst>
            <pc:docMk/>
            <pc:sldMk cId="1642232383" sldId="2922"/>
            <ac:spMk id="18" creationId="{C22A9093-B536-0C7C-66A6-D7E6C502B6BF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46:11.985" v="1898" actId="1076"/>
          <ac:spMkLst>
            <pc:docMk/>
            <pc:sldMk cId="1642232383" sldId="2922"/>
            <ac:spMk id="22" creationId="{2DA770F5-F2CA-55AC-778A-B5D8C40637E9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39:18.382" v="1705" actId="20577"/>
          <ac:spMkLst>
            <pc:docMk/>
            <pc:sldMk cId="1642232383" sldId="2922"/>
            <ac:spMk id="41" creationId="{CE1D24DD-B923-A77A-6F54-AC8CBB150FFA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45:36.156" v="1884" actId="1076"/>
          <ac:spMkLst>
            <pc:docMk/>
            <pc:sldMk cId="1642232383" sldId="2922"/>
            <ac:spMk id="639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38:27.907" v="1686" actId="27636"/>
          <ac:spMkLst>
            <pc:docMk/>
            <pc:sldMk cId="1642232383" sldId="2922"/>
            <ac:spMk id="640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38:44.100" v="1689"/>
          <ac:spMkLst>
            <pc:docMk/>
            <pc:sldMk cId="1642232383" sldId="2922"/>
            <ac:spMk id="644" creationId="{00000000-0000-0000-0000-000000000000}"/>
          </ac:spMkLst>
        </pc:spChg>
        <pc:picChg chg="del">
          <ac:chgData name="Туранов Кирилл Дмитриевич" userId="d2a70b53-0210-4b97-bca8-1338315e168b" providerId="ADAL" clId="{3480D09B-FCB5-4DB9-91EB-52FA4EB0B1C5}" dt="2023-07-28T20:41:18.400" v="1713" actId="478"/>
          <ac:picMkLst>
            <pc:docMk/>
            <pc:sldMk cId="1642232383" sldId="2922"/>
            <ac:picMk id="3" creationId="{21EAE3C7-E1C5-C65A-D825-033C9D2888EE}"/>
          </ac:picMkLst>
        </pc:picChg>
        <pc:picChg chg="add del ord">
          <ac:chgData name="Туранов Кирилл Дмитриевич" userId="d2a70b53-0210-4b97-bca8-1338315e168b" providerId="ADAL" clId="{3480D09B-FCB5-4DB9-91EB-52FA4EB0B1C5}" dt="2023-07-28T20:41:16.544" v="1712" actId="167"/>
          <ac:picMkLst>
            <pc:docMk/>
            <pc:sldMk cId="1642232383" sldId="2922"/>
            <ac:picMk id="4" creationId="{B193D680-502F-A059-FBBF-404DEAC2B05E}"/>
          </ac:picMkLst>
        </pc:picChg>
        <pc:picChg chg="add mod">
          <ac:chgData name="Туранов Кирилл Дмитриевич" userId="d2a70b53-0210-4b97-bca8-1338315e168b" providerId="ADAL" clId="{3480D09B-FCB5-4DB9-91EB-52FA4EB0B1C5}" dt="2023-07-28T20:41:23.680" v="1716" actId="14100"/>
          <ac:picMkLst>
            <pc:docMk/>
            <pc:sldMk cId="1642232383" sldId="2922"/>
            <ac:picMk id="5" creationId="{FD558111-44F3-4645-2EF7-4569455A50B1}"/>
          </ac:picMkLst>
        </pc:picChg>
      </pc:sldChg>
    </pc:docChg>
  </pc:docChgLst>
  <pc:docChgLst>
    <pc:chgData name="Торопова Анастасия Игоревна" userId="S::toropova_ai@archk.ru::ccf55b8b-4c71-4484-9ef8-91a0cbed1e94" providerId="AD" clId="Web-{E0FE01D2-062E-EDA1-5B74-6E9531EC9E5A}"/>
    <pc:docChg chg="modSld">
      <pc:chgData name="Торопова Анастасия Игоревна" userId="S::toropova_ai@archk.ru::ccf55b8b-4c71-4484-9ef8-91a0cbed1e94" providerId="AD" clId="Web-{E0FE01D2-062E-EDA1-5B74-6E9531EC9E5A}" dt="2023-02-07T07:59:59.218" v="64"/>
      <pc:docMkLst>
        <pc:docMk/>
      </pc:docMkLst>
      <pc:sldChg chg="addSp modSp">
        <pc:chgData name="Торопова Анастасия Игоревна" userId="S::toropova_ai@archk.ru::ccf55b8b-4c71-4484-9ef8-91a0cbed1e94" providerId="AD" clId="Web-{E0FE01D2-062E-EDA1-5B74-6E9531EC9E5A}" dt="2023-02-07T07:59:47.390" v="61" actId="1076"/>
        <pc:sldMkLst>
          <pc:docMk/>
          <pc:sldMk cId="377862019" sldId="278"/>
        </pc:sldMkLst>
        <pc:spChg chg="mod">
          <ac:chgData name="Торопова Анастасия Игоревна" userId="S::toropova_ai@archk.ru::ccf55b8b-4c71-4484-9ef8-91a0cbed1e94" providerId="AD" clId="Web-{E0FE01D2-062E-EDA1-5B74-6E9531EC9E5A}" dt="2023-02-07T07:54:20.348" v="0" actId="1076"/>
          <ac:spMkLst>
            <pc:docMk/>
            <pc:sldMk cId="377862019" sldId="278"/>
            <ac:spMk id="56" creationId="{44A36060-A1F9-4A10-BA24-683248756259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5:48.898" v="22" actId="14100"/>
          <ac:spMkLst>
            <pc:docMk/>
            <pc:sldMk cId="377862019" sldId="278"/>
            <ac:spMk id="58" creationId="{E847D8B6-7752-4229-BFD0-C57ACDD5265F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4:35.411" v="2" actId="20577"/>
          <ac:spMkLst>
            <pc:docMk/>
            <pc:sldMk cId="377862019" sldId="278"/>
            <ac:spMk id="622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4:49.412" v="11" actId="20577"/>
          <ac:spMkLst>
            <pc:docMk/>
            <pc:sldMk cId="377862019" sldId="278"/>
            <ac:spMk id="638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5:01.428" v="14" actId="1076"/>
          <ac:spMkLst>
            <pc:docMk/>
            <pc:sldMk cId="377862019" sldId="278"/>
            <ac:spMk id="640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9:26.920" v="57" actId="20577"/>
          <ac:spMkLst>
            <pc:docMk/>
            <pc:sldMk cId="377862019" sldId="278"/>
            <ac:spMk id="644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5:39.413" v="19" actId="1076"/>
          <ac:spMkLst>
            <pc:docMk/>
            <pc:sldMk cId="377862019" sldId="278"/>
            <ac:spMk id="647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6:08.367" v="27" actId="20577"/>
          <ac:spMkLst>
            <pc:docMk/>
            <pc:sldMk cId="377862019" sldId="278"/>
            <ac:spMk id="653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6:03.914" v="25" actId="1076"/>
          <ac:spMkLst>
            <pc:docMk/>
            <pc:sldMk cId="377862019" sldId="278"/>
            <ac:spMk id="660" creationId="{00000000-0000-0000-0000-000000000000}"/>
          </ac:spMkLst>
        </pc:spChg>
        <pc:picChg chg="add mod">
          <ac:chgData name="Торопова Анастасия Игоревна" userId="S::toropova_ai@archk.ru::ccf55b8b-4c71-4484-9ef8-91a0cbed1e94" providerId="AD" clId="Web-{E0FE01D2-062E-EDA1-5B74-6E9531EC9E5A}" dt="2023-02-07T07:59:47.390" v="61" actId="1076"/>
          <ac:picMkLst>
            <pc:docMk/>
            <pc:sldMk cId="377862019" sldId="278"/>
            <ac:picMk id="3" creationId="{632F6FB8-F534-18DE-A67F-BA7ECF16A179}"/>
          </ac:picMkLst>
        </pc:picChg>
      </pc:sldChg>
      <pc:sldChg chg="addSp modSp">
        <pc:chgData name="Торопова Анастасия Игоревна" userId="S::toropova_ai@archk.ru::ccf55b8b-4c71-4484-9ef8-91a0cbed1e94" providerId="AD" clId="Web-{E0FE01D2-062E-EDA1-5B74-6E9531EC9E5A}" dt="2023-02-07T07:59:59.218" v="64"/>
        <pc:sldMkLst>
          <pc:docMk/>
          <pc:sldMk cId="1642232383" sldId="2922"/>
        </pc:sldMkLst>
        <pc:spChg chg="mod">
          <ac:chgData name="Торопова Анастасия Игоревна" userId="S::toropova_ai@archk.ru::ccf55b8b-4c71-4484-9ef8-91a0cbed1e94" providerId="AD" clId="Web-{E0FE01D2-062E-EDA1-5B74-6E9531EC9E5A}" dt="2023-02-07T07:57:38.526" v="42" actId="20577"/>
          <ac:spMkLst>
            <pc:docMk/>
            <pc:sldMk cId="1642232383" sldId="2922"/>
            <ac:spMk id="18" creationId="{C22A9093-B536-0C7C-66A6-D7E6C502B6BF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8:40.981" v="53" actId="1076"/>
          <ac:spMkLst>
            <pc:docMk/>
            <pc:sldMk cId="1642232383" sldId="2922"/>
            <ac:spMk id="22" creationId="{2DA770F5-F2CA-55AC-778A-B5D8C40637E9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7:25.776" v="39" actId="14100"/>
          <ac:spMkLst>
            <pc:docMk/>
            <pc:sldMk cId="1642232383" sldId="2922"/>
            <ac:spMk id="41" creationId="{CE1D24DD-B923-A77A-6F54-AC8CBB150FFA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8:07.199" v="47" actId="1076"/>
          <ac:spMkLst>
            <pc:docMk/>
            <pc:sldMk cId="1642232383" sldId="2922"/>
            <ac:spMk id="639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7:13.760" v="37" actId="14100"/>
          <ac:spMkLst>
            <pc:docMk/>
            <pc:sldMk cId="1642232383" sldId="2922"/>
            <ac:spMk id="640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7:20.979" v="38" actId="1076"/>
          <ac:spMkLst>
            <pc:docMk/>
            <pc:sldMk cId="1642232383" sldId="2922"/>
            <ac:spMk id="648" creationId="{00000000-0000-0000-0000-000000000000}"/>
          </ac:spMkLst>
        </pc:spChg>
        <pc:picChg chg="add">
          <ac:chgData name="Торопова Анастасия Игоревна" userId="S::toropova_ai@archk.ru::ccf55b8b-4c71-4484-9ef8-91a0cbed1e94" providerId="AD" clId="Web-{E0FE01D2-062E-EDA1-5B74-6E9531EC9E5A}" dt="2023-02-07T07:59:02.185" v="54"/>
          <ac:picMkLst>
            <pc:docMk/>
            <pc:sldMk cId="1642232383" sldId="2922"/>
            <ac:picMk id="2" creationId="{563FBD53-862C-4362-6211-3F88DBB19ECE}"/>
          </ac:picMkLst>
        </pc:picChg>
        <pc:picChg chg="mod">
          <ac:chgData name="Торопова Анастасия Игоревна" userId="S::toropova_ai@archk.ru::ccf55b8b-4c71-4484-9ef8-91a0cbed1e94" providerId="AD" clId="Web-{E0FE01D2-062E-EDA1-5B74-6E9531EC9E5A}" dt="2023-02-07T07:57:31.198" v="41" actId="1076"/>
          <ac:picMkLst>
            <pc:docMk/>
            <pc:sldMk cId="1642232383" sldId="2922"/>
            <ac:picMk id="3" creationId="{21EAE3C7-E1C5-C65A-D825-033C9D2888EE}"/>
          </ac:picMkLst>
        </pc:picChg>
        <pc:picChg chg="add mod ord">
          <ac:chgData name="Торопова Анастасия Игоревна" userId="S::toropova_ai@archk.ru::ccf55b8b-4c71-4484-9ef8-91a0cbed1e94" providerId="AD" clId="Web-{E0FE01D2-062E-EDA1-5B74-6E9531EC9E5A}" dt="2023-02-07T07:59:59.218" v="64"/>
          <ac:picMkLst>
            <pc:docMk/>
            <pc:sldMk cId="1642232383" sldId="2922"/>
            <ac:picMk id="4" creationId="{B193D680-502F-A059-FBBF-404DEAC2B05E}"/>
          </ac:picMkLst>
        </pc:picChg>
      </pc:sldChg>
    </pc:docChg>
  </pc:docChgLst>
  <pc:docChgLst>
    <pc:chgData name="Торопова Анастасия Игоревна" userId="S::toropova_ai@archk.ru::ccf55b8b-4c71-4484-9ef8-91a0cbed1e94" providerId="AD" clId="Web-{21CB3332-53AB-4475-D772-8E9C689511C7}"/>
    <pc:docChg chg="addSld delSld modSld addMainMaster modMainMaster">
      <pc:chgData name="Торопова Анастасия Игоревна" userId="S::toropova_ai@archk.ru::ccf55b8b-4c71-4484-9ef8-91a0cbed1e94" providerId="AD" clId="Web-{21CB3332-53AB-4475-D772-8E9C689511C7}" dt="2022-10-17T08:54:51.384" v="5"/>
      <pc:docMkLst>
        <pc:docMk/>
      </pc:docMkLst>
      <pc:sldChg chg="del">
        <pc:chgData name="Торопова Анастасия Игоревна" userId="S::toropova_ai@archk.ru::ccf55b8b-4c71-4484-9ef8-91a0cbed1e94" providerId="AD" clId="Web-{21CB3332-53AB-4475-D772-8E9C689511C7}" dt="2022-10-17T08:54:51.384" v="5"/>
        <pc:sldMkLst>
          <pc:docMk/>
          <pc:sldMk cId="1895345874" sldId="2920"/>
        </pc:sldMkLst>
      </pc:sldChg>
      <pc:sldChg chg="modSp add del replId">
        <pc:chgData name="Торопова Анастасия Игоревна" userId="S::toropova_ai@archk.ru::ccf55b8b-4c71-4484-9ef8-91a0cbed1e94" providerId="AD" clId="Web-{21CB3332-53AB-4475-D772-8E9C689511C7}" dt="2022-10-17T08:54:49.509" v="4"/>
        <pc:sldMkLst>
          <pc:docMk/>
          <pc:sldMk cId="2523930366" sldId="2921"/>
        </pc:sldMkLst>
        <pc:spChg chg="mod">
          <ac:chgData name="Торопова Анастасия Игоревна" userId="S::toropova_ai@archk.ru::ccf55b8b-4c71-4484-9ef8-91a0cbed1e94" providerId="AD" clId="Web-{21CB3332-53AB-4475-D772-8E9C689511C7}" dt="2022-10-17T08:53:02.009" v="1" actId="1076"/>
          <ac:spMkLst>
            <pc:docMk/>
            <pc:sldMk cId="2523930366" sldId="2921"/>
            <ac:spMk id="644" creationId="{00000000-0000-0000-0000-000000000000}"/>
          </ac:spMkLst>
        </pc:spChg>
      </pc:sldChg>
      <pc:sldChg chg="modSp add">
        <pc:chgData name="Торопова Анастасия Игоревна" userId="S::toropova_ai@archk.ru::ccf55b8b-4c71-4484-9ef8-91a0cbed1e94" providerId="AD" clId="Web-{21CB3332-53AB-4475-D772-8E9C689511C7}" dt="2022-10-17T08:54:42.415" v="3" actId="1076"/>
        <pc:sldMkLst>
          <pc:docMk/>
          <pc:sldMk cId="1642232383" sldId="2922"/>
        </pc:sldMkLst>
        <pc:spChg chg="mod">
          <ac:chgData name="Торопова Анастасия Игоревна" userId="S::toropova_ai@archk.ru::ccf55b8b-4c71-4484-9ef8-91a0cbed1e94" providerId="AD" clId="Web-{21CB3332-53AB-4475-D772-8E9C689511C7}" dt="2022-10-17T08:54:42.415" v="3" actId="1076"/>
          <ac:spMkLst>
            <pc:docMk/>
            <pc:sldMk cId="1642232383" sldId="2922"/>
            <ac:spMk id="644" creationId="{00000000-0000-0000-0000-000000000000}"/>
          </ac:spMkLst>
        </pc:spChg>
      </pc:sldChg>
      <pc:sldMasterChg chg="add addSldLayout">
        <pc:chgData name="Торопова Анастасия Игоревна" userId="S::toropova_ai@archk.ru::ccf55b8b-4c71-4484-9ef8-91a0cbed1e94" providerId="AD" clId="Web-{21CB3332-53AB-4475-D772-8E9C689511C7}" dt="2022-10-17T08:54:32.603" v="2"/>
        <pc:sldMasterMkLst>
          <pc:docMk/>
          <pc:sldMasterMk cId="4153469918" sldId="2147483648"/>
        </pc:sldMasterMkLst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2162470312" sldId="2147483649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2608656770" sldId="2147483650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2771220120" sldId="2147483651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2668652412" sldId="2147483652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4077933845" sldId="2147483653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1087839328" sldId="2147483654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3637354389" sldId="2147483655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674563989" sldId="2147483656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2500011418" sldId="2147483657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383428241" sldId="2147483658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35345265" sldId="2147483659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1975370684" sldId="2147483662"/>
          </pc:sldLayoutMkLst>
        </pc:sldLayoutChg>
      </pc:sldMasterChg>
      <pc:sldMasterChg chg="replId modSldLayout">
        <pc:chgData name="Торопова Анастасия Игоревна" userId="S::toropova_ai@archk.ru::ccf55b8b-4c71-4484-9ef8-91a0cbed1e94" providerId="AD" clId="Web-{21CB3332-53AB-4475-D772-8E9C689511C7}" dt="2022-10-17T08:54:32.603" v="2"/>
        <pc:sldMasterMkLst>
          <pc:docMk/>
          <pc:sldMasterMk cId="1600395506" sldId="2147483663"/>
        </pc:sldMasterMkLst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2333454536" sldId="2147483664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3916600380" sldId="2147483665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2725685720" sldId="2147483666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1162167261" sldId="2147483667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1748992127" sldId="2147483668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4255985792" sldId="2147483669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1828694541" sldId="2147483670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1620936085" sldId="2147483671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2623057506" sldId="2147483672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1771286951" sldId="2147483673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3047226696" sldId="2147483674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Было</c:v>
                </c:pt>
              </c:strCache>
            </c:strRef>
          </c:tx>
          <c:spPr>
            <a:solidFill>
              <a:schemeClr val="tx1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Было</c:v>
                </c:pt>
                <c:pt idx="1">
                  <c:v>Стало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12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60-49FC-A06B-BC15AEFD9B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10618944"/>
        <c:axId val="210816864"/>
      </c:barChart>
      <c:catAx>
        <c:axId val="11106189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0816864"/>
        <c:crosses val="autoZero"/>
        <c:auto val="1"/>
        <c:lblAlgn val="ctr"/>
        <c:lblOffset val="100"/>
        <c:noMultiLvlLbl val="0"/>
      </c:catAx>
      <c:valAx>
        <c:axId val="210816864"/>
        <c:scaling>
          <c:orientation val="minMax"/>
          <c:max val="18"/>
          <c:min val="0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10618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Было</c:v>
                </c:pt>
              </c:strCache>
            </c:strRef>
          </c:tx>
          <c:spPr>
            <a:solidFill>
              <a:schemeClr val="tx1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delete val="1"/>
          </c:dLbls>
          <c:cat>
            <c:strRef>
              <c:f>Лист1!$A$2:$A$3</c:f>
              <c:strCache>
                <c:ptCount val="2"/>
                <c:pt idx="0">
                  <c:v>Было</c:v>
                </c:pt>
                <c:pt idx="1">
                  <c:v>Стало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12262</c:v>
                </c:pt>
                <c:pt idx="1">
                  <c:v>7300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AE-4CB3-A748-9A1CAF2B2A1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10618944"/>
        <c:axId val="210816864"/>
      </c:barChart>
      <c:catAx>
        <c:axId val="1110618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0816864"/>
        <c:crosses val="autoZero"/>
        <c:auto val="1"/>
        <c:lblAlgn val="ctr"/>
        <c:lblOffset val="100"/>
        <c:noMultiLvlLbl val="0"/>
      </c:catAx>
      <c:valAx>
        <c:axId val="210816864"/>
        <c:scaling>
          <c:orientation val="minMax"/>
          <c:max val="13000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10618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Было</c:v>
                </c:pt>
              </c:strCache>
            </c:strRef>
          </c:tx>
          <c:spPr>
            <a:solidFill>
              <a:schemeClr val="tx1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delete val="1"/>
          </c:dLbls>
          <c:cat>
            <c:strRef>
              <c:f>Лист1!$A$2:$A$3</c:f>
              <c:strCache>
                <c:ptCount val="2"/>
                <c:pt idx="0">
                  <c:v>Было</c:v>
                </c:pt>
                <c:pt idx="1">
                  <c:v>Стало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12262</c:v>
                </c:pt>
                <c:pt idx="1">
                  <c:v>7300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AE-4CB3-A748-9A1CAF2B2A1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10618944"/>
        <c:axId val="210816864"/>
      </c:barChart>
      <c:catAx>
        <c:axId val="1110618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0816864"/>
        <c:crosses val="autoZero"/>
        <c:auto val="1"/>
        <c:lblAlgn val="ctr"/>
        <c:lblOffset val="100"/>
        <c:noMultiLvlLbl val="0"/>
      </c:catAx>
      <c:valAx>
        <c:axId val="210816864"/>
        <c:scaling>
          <c:orientation val="minMax"/>
          <c:max val="13000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10618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77E286-FD85-4651-9784-DC3C38A4C3D9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005B3-CBE1-4C33-B797-46A2E9F81A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8824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f9645b2320_6_6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f9645b2320_6_6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sz="1600" b="1" dirty="0">
                <a:solidFill>
                  <a:schemeClr val="tx1"/>
                </a:solidFill>
              </a:rPr>
              <a:t>Описание примера вскрытия резервов: </a:t>
            </a:r>
          </a:p>
          <a:p>
            <a:r>
              <a:rPr lang="ru-RU" sz="1600" b="0" dirty="0">
                <a:solidFill>
                  <a:schemeClr val="tx1"/>
                </a:solidFill>
              </a:rPr>
              <a:t>*Контактная информация: Слиньков Александр– 8-931-240-98-50; </a:t>
            </a:r>
          </a:p>
          <a:p>
            <a:r>
              <a:rPr lang="ru-RU" sz="1600" b="0" dirty="0">
                <a:solidFill>
                  <a:schemeClr val="tx1"/>
                </a:solidFill>
              </a:rPr>
              <a:t>*Срок реализации проекта: с июня 2023 по декабрь 2023, результаты за 6 месяцев работы</a:t>
            </a:r>
          </a:p>
          <a:p>
            <a:r>
              <a:rPr lang="ru-RU" sz="1600" b="0" dirty="0">
                <a:solidFill>
                  <a:schemeClr val="tx1"/>
                </a:solidFill>
              </a:rPr>
              <a:t>*Краткая информация о предприятии:</a:t>
            </a:r>
          </a:p>
          <a:p>
            <a:r>
              <a:rPr lang="ru-RU" sz="1600" b="0" dirty="0">
                <a:solidFill>
                  <a:schemeClr val="tx1"/>
                </a:solidFill>
              </a:rPr>
              <a:t>Режим работы предприятия/потока – пятидневная рабочая неделя (40 часов)</a:t>
            </a:r>
          </a:p>
          <a:p>
            <a:r>
              <a:rPr lang="ru-RU" sz="1600" b="0" dirty="0">
                <a:solidFill>
                  <a:schemeClr val="tx1"/>
                </a:solidFill>
              </a:rPr>
              <a:t>Объем в выручке – 1,1%</a:t>
            </a:r>
          </a:p>
          <a:p>
            <a:r>
              <a:rPr lang="ru-RU" sz="1600" b="1" dirty="0">
                <a:solidFill>
                  <a:schemeClr val="tx1"/>
                </a:solidFill>
              </a:rPr>
              <a:t>Причина открытия проекта именно в этом потоке </a:t>
            </a:r>
            <a:r>
              <a:rPr lang="ru-RU" sz="1600" b="0" dirty="0">
                <a:solidFill>
                  <a:schemeClr val="tx1"/>
                </a:solidFill>
              </a:rPr>
              <a:t>– возросший спрос на выбранную продукцию; наибольшее количество возникающих проблем</a:t>
            </a:r>
          </a:p>
          <a:p>
            <a:r>
              <a:rPr lang="ru-RU" sz="1600" b="1" dirty="0">
                <a:solidFill>
                  <a:schemeClr val="tx1"/>
                </a:solidFill>
              </a:rPr>
              <a:t>Краткая справка о продукте:</a:t>
            </a:r>
            <a:r>
              <a:rPr lang="ru-RU" sz="1600" b="0" dirty="0">
                <a:solidFill>
                  <a:schemeClr val="tx1"/>
                </a:solidFill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 качестве пилотного проекта был выбран процесс изготовления металлостеклянного входного окна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600" b="1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b="1" dirty="0">
                <a:solidFill>
                  <a:schemeClr val="tx1"/>
                </a:solidFill>
              </a:rPr>
              <a:t>Информация о проекте: </a:t>
            </a:r>
          </a:p>
          <a:p>
            <a:r>
              <a:rPr lang="ru-RU" sz="1600" b="1" dirty="0">
                <a:solidFill>
                  <a:schemeClr val="tx1"/>
                </a:solidFill>
              </a:rPr>
              <a:t>Проблема 1:</a:t>
            </a:r>
            <a:r>
              <a:rPr lang="ru-RU" sz="1600" b="0" dirty="0">
                <a:solidFill>
                  <a:schemeClr val="tx1"/>
                </a:solidFill>
              </a:rPr>
              <a:t>	Н</a:t>
            </a:r>
            <a:r>
              <a:rPr lang="ru-RU" sz="1600" b="0" dirty="0">
                <a:solidFill>
                  <a:srgbClr val="084796"/>
                </a:solidFill>
                <a:latin typeface="Open Sans"/>
                <a:ea typeface="Open Sans"/>
                <a:cs typeface="Open Sans"/>
                <a:sym typeface="Open Sans"/>
              </a:rPr>
              <a:t>изкий выход годных изделий при выполнении операции шлифовка/полировка (менее 30%)</a:t>
            </a:r>
          </a:p>
          <a:p>
            <a:r>
              <a:rPr lang="ru-RU" sz="1600" b="1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Решения: </a:t>
            </a:r>
            <a:r>
              <a:rPr lang="ru-RU" sz="1600" b="0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Изготовление технологической оснастки для индивидуального выполнения операции шлифовка/полировка с разметкой, которая визуально позволяет контролировать толщину снимаемого слоя, что позволило увеличить качество выпускаемой продукции на операции</a:t>
            </a:r>
          </a:p>
          <a:p>
            <a:r>
              <a:rPr lang="ru-RU" sz="1600" b="1" dirty="0">
                <a:solidFill>
                  <a:schemeClr val="tx1"/>
                </a:solidFill>
              </a:rPr>
              <a:t>Результат:</a:t>
            </a:r>
            <a:r>
              <a:rPr lang="ru-RU" sz="1600" b="0" dirty="0">
                <a:solidFill>
                  <a:schemeClr val="tx1"/>
                </a:solidFill>
              </a:rPr>
              <a:t> Увеличение выхода годных изделий на операции на 20%</a:t>
            </a:r>
          </a:p>
          <a:p>
            <a:endParaRPr lang="ru-RU" sz="1600" b="1" dirty="0">
              <a:solidFill>
                <a:schemeClr val="tx1"/>
              </a:solidFill>
            </a:endParaRPr>
          </a:p>
          <a:p>
            <a:r>
              <a:rPr lang="ru-RU" sz="1600" b="1" dirty="0">
                <a:solidFill>
                  <a:schemeClr val="tx1"/>
                </a:solidFill>
              </a:rPr>
              <a:t>Проблема 2:</a:t>
            </a:r>
            <a:r>
              <a:rPr lang="ru-RU" sz="1600" b="0" dirty="0">
                <a:solidFill>
                  <a:schemeClr val="tx1"/>
                </a:solidFill>
              </a:rPr>
              <a:t>	Длительное время перемещений (31 минута на партию)</a:t>
            </a:r>
          </a:p>
          <a:p>
            <a:r>
              <a:rPr lang="ru-RU" sz="1600" b="1" dirty="0">
                <a:solidFill>
                  <a:schemeClr val="tx1"/>
                </a:solidFill>
              </a:rPr>
              <a:t>Решение:</a:t>
            </a:r>
            <a:endParaRPr lang="ru-RU" sz="1600" b="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Проведен анализ по диаграмме «Спагетти»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Произведена коррекция перемещений сотрудников, задействованных при производстве продукции </a:t>
            </a:r>
          </a:p>
          <a:p>
            <a:pPr marL="342900" indent="-342900">
              <a:buFont typeface="+mj-lt"/>
              <a:buAutoNum type="arabicPeriod"/>
            </a:pPr>
            <a:endParaRPr lang="ru-RU" sz="16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sz="1600" b="1" dirty="0">
                <a:solidFill>
                  <a:schemeClr val="tx1"/>
                </a:solidFill>
              </a:rPr>
              <a:t>Результат:</a:t>
            </a:r>
            <a:r>
              <a:rPr lang="ru-RU" sz="1600" b="0" dirty="0">
                <a:solidFill>
                  <a:schemeClr val="tx1"/>
                </a:solidFill>
              </a:rPr>
              <a:t> Сокращение перемещений на 12%</a:t>
            </a:r>
          </a:p>
          <a:p>
            <a:endParaRPr lang="ru-RU" sz="1600" b="1" dirty="0">
              <a:solidFill>
                <a:schemeClr val="tx1"/>
              </a:solidFill>
            </a:endParaRPr>
          </a:p>
          <a:p>
            <a:r>
              <a:rPr lang="ru-RU" sz="1600" b="1" dirty="0">
                <a:solidFill>
                  <a:schemeClr val="tx1"/>
                </a:solidFill>
              </a:rPr>
              <a:t>Проблема 3:</a:t>
            </a:r>
            <a:r>
              <a:rPr lang="ru-RU" sz="1600" b="0" dirty="0">
                <a:solidFill>
                  <a:schemeClr val="tx1"/>
                </a:solidFill>
              </a:rPr>
              <a:t>	Отсутствие системы получения данных о ходе работ в подразделениях</a:t>
            </a:r>
          </a:p>
          <a:p>
            <a:r>
              <a:rPr lang="ru-RU" sz="1600" b="1" dirty="0">
                <a:solidFill>
                  <a:schemeClr val="tx1"/>
                </a:solidFill>
              </a:rPr>
              <a:t>Решение:</a:t>
            </a:r>
            <a:endParaRPr lang="ru-RU" sz="1600" b="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Внедрение канбан доски в общем доступе и инфоцентра подразделения.</a:t>
            </a:r>
          </a:p>
          <a:p>
            <a:r>
              <a:rPr lang="ru-RU" sz="1600" b="1" dirty="0">
                <a:solidFill>
                  <a:schemeClr val="tx1"/>
                </a:solidFill>
              </a:rPr>
              <a:t>Результат:</a:t>
            </a:r>
            <a:r>
              <a:rPr lang="ru-RU" sz="1600" b="0" dirty="0">
                <a:solidFill>
                  <a:schemeClr val="tx1"/>
                </a:solidFill>
              </a:rPr>
              <a:t> повышение прозрачности бизнес-процессов в компании.</a:t>
            </a:r>
          </a:p>
        </p:txBody>
      </p:sp>
      <p:sp>
        <p:nvSpPr>
          <p:cNvPr id="613" name="Google Shape;613;gf9645b2320_6_6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0469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f9645b2320_6_6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f9645b2320_6_6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sz="1200" b="1" dirty="0">
                <a:solidFill>
                  <a:schemeClr val="tx1"/>
                </a:solidFill>
              </a:rPr>
              <a:t>Описание примера вскрытия резервов: </a:t>
            </a:r>
          </a:p>
          <a:p>
            <a:r>
              <a:rPr lang="ru-RU" sz="1200" b="0" dirty="0">
                <a:solidFill>
                  <a:schemeClr val="tx1"/>
                </a:solidFill>
              </a:rPr>
              <a:t>*Контактная информация: Слиньков Александр– 8-931-240-98-50; </a:t>
            </a:r>
          </a:p>
          <a:p>
            <a:r>
              <a:rPr lang="ru-RU" sz="1200" b="0" dirty="0">
                <a:solidFill>
                  <a:schemeClr val="tx1"/>
                </a:solidFill>
              </a:rPr>
              <a:t>*Срок реализации проекта: с июня 2023 по декабрь 2023, результаты за 6 месяцев работы</a:t>
            </a:r>
          </a:p>
          <a:p>
            <a:r>
              <a:rPr lang="ru-RU" sz="1200" b="0" dirty="0">
                <a:solidFill>
                  <a:schemeClr val="tx1"/>
                </a:solidFill>
              </a:rPr>
              <a:t>*Краткая информация о предприятии:</a:t>
            </a:r>
          </a:p>
          <a:p>
            <a:r>
              <a:rPr lang="ru-RU" sz="1200" b="0" dirty="0">
                <a:solidFill>
                  <a:schemeClr val="tx1"/>
                </a:solidFill>
              </a:rPr>
              <a:t>Режим работы предприятия/потока – пятидневная рабочая неделя (40 часов)</a:t>
            </a:r>
          </a:p>
          <a:p>
            <a:r>
              <a:rPr lang="ru-RU" sz="1200" b="0" dirty="0">
                <a:solidFill>
                  <a:schemeClr val="tx1"/>
                </a:solidFill>
              </a:rPr>
              <a:t>Объем в выручке – 1,1%</a:t>
            </a:r>
          </a:p>
          <a:p>
            <a:r>
              <a:rPr lang="ru-RU" sz="1200" b="1" dirty="0">
                <a:solidFill>
                  <a:schemeClr val="tx1"/>
                </a:solidFill>
              </a:rPr>
              <a:t>Причина открытия проекта именно в этом потоке </a:t>
            </a:r>
            <a:r>
              <a:rPr lang="ru-RU" sz="1200" b="0" dirty="0">
                <a:solidFill>
                  <a:schemeClr val="tx1"/>
                </a:solidFill>
              </a:rPr>
              <a:t>– возросший спрос на выбранную продукцию; наибольшее количество возникающих проблем</a:t>
            </a:r>
          </a:p>
          <a:p>
            <a:r>
              <a:rPr lang="ru-RU" sz="1200" b="1" dirty="0">
                <a:solidFill>
                  <a:schemeClr val="tx1"/>
                </a:solidFill>
              </a:rPr>
              <a:t>Краткая справка о продукте:</a:t>
            </a:r>
            <a:r>
              <a:rPr lang="ru-RU" sz="1200" b="0" dirty="0">
                <a:solidFill>
                  <a:schemeClr val="tx1"/>
                </a:solidFill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 качестве пилотного проекта был выбран процесс изготовления металлостеклянного входного окна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dirty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dirty="0">
                <a:solidFill>
                  <a:schemeClr val="tx1"/>
                </a:solidFill>
              </a:rPr>
              <a:t>Информация о проекте: </a:t>
            </a:r>
          </a:p>
          <a:p>
            <a:r>
              <a:rPr lang="ru-RU" sz="1200" b="1" dirty="0">
                <a:solidFill>
                  <a:schemeClr val="tx1"/>
                </a:solidFill>
              </a:rPr>
              <a:t>Проблема 1:</a:t>
            </a:r>
            <a:r>
              <a:rPr lang="ru-RU" sz="1200" b="0" dirty="0">
                <a:solidFill>
                  <a:schemeClr val="tx1"/>
                </a:solidFill>
              </a:rPr>
              <a:t>	Н</a:t>
            </a:r>
            <a:r>
              <a:rPr lang="ru-RU" sz="1200" b="0" dirty="0">
                <a:solidFill>
                  <a:srgbClr val="084796"/>
                </a:solidFill>
                <a:latin typeface="Open Sans"/>
                <a:ea typeface="Open Sans"/>
                <a:cs typeface="Open Sans"/>
                <a:sym typeface="Open Sans"/>
              </a:rPr>
              <a:t>изкий выход годных изделий при выполнении операции шлифовка/полировка (менее 30%)</a:t>
            </a:r>
          </a:p>
          <a:p>
            <a:r>
              <a:rPr lang="ru-RU" sz="1200" b="1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Решения: </a:t>
            </a:r>
            <a:r>
              <a:rPr lang="ru-RU" sz="1200" b="0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Изготовление технологической оснастки для индивидуального выполнения операции шлифовка/полировка с разметкой, которая визуально позволяет контролировать толщину снимаемого слоя, что позволило увеличить качество выпускаемой продукции на операции</a:t>
            </a:r>
          </a:p>
          <a:p>
            <a:r>
              <a:rPr lang="ru-RU" sz="1200" b="1" dirty="0">
                <a:solidFill>
                  <a:schemeClr val="tx1"/>
                </a:solidFill>
              </a:rPr>
              <a:t>Результат:</a:t>
            </a:r>
            <a:r>
              <a:rPr lang="ru-RU" sz="1200" b="0" dirty="0">
                <a:solidFill>
                  <a:schemeClr val="tx1"/>
                </a:solidFill>
              </a:rPr>
              <a:t> Увеличение выхода годных изделий на операции на 20%</a:t>
            </a:r>
          </a:p>
          <a:p>
            <a:endParaRPr lang="ru-RU" sz="1200" b="1" dirty="0">
              <a:solidFill>
                <a:schemeClr val="tx1"/>
              </a:solidFill>
            </a:endParaRPr>
          </a:p>
          <a:p>
            <a:r>
              <a:rPr lang="ru-RU" sz="1200" b="1" dirty="0">
                <a:solidFill>
                  <a:schemeClr val="tx1"/>
                </a:solidFill>
              </a:rPr>
              <a:t>Проблема 2:</a:t>
            </a:r>
            <a:r>
              <a:rPr lang="ru-RU" sz="1200" b="0" dirty="0">
                <a:solidFill>
                  <a:schemeClr val="tx1"/>
                </a:solidFill>
              </a:rPr>
              <a:t>	Длительное время перемещений (31 минута на партию)</a:t>
            </a:r>
          </a:p>
          <a:p>
            <a:r>
              <a:rPr lang="ru-RU" sz="1200" b="1" dirty="0">
                <a:solidFill>
                  <a:schemeClr val="tx1"/>
                </a:solidFill>
              </a:rPr>
              <a:t>Решение:</a:t>
            </a:r>
            <a:endParaRPr lang="ru-RU" sz="1200" b="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Проведен анализ по диаграмме «Спагетти»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Произведена коррекция перемещений сотрудников, задействованных при производстве продукции </a:t>
            </a:r>
          </a:p>
          <a:p>
            <a:pPr marL="342900" indent="-342900">
              <a:buFont typeface="+mj-lt"/>
              <a:buAutoNum type="arabicPeriod"/>
            </a:pPr>
            <a:endParaRPr lang="ru-RU" sz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sz="1200" b="1" dirty="0">
                <a:solidFill>
                  <a:schemeClr val="tx1"/>
                </a:solidFill>
              </a:rPr>
              <a:t>Результат:</a:t>
            </a:r>
            <a:r>
              <a:rPr lang="ru-RU" sz="1200" b="0" dirty="0">
                <a:solidFill>
                  <a:schemeClr val="tx1"/>
                </a:solidFill>
              </a:rPr>
              <a:t> Сокращение перемещений на 12%</a:t>
            </a:r>
          </a:p>
          <a:p>
            <a:endParaRPr lang="ru-RU" sz="1200" b="1" dirty="0">
              <a:solidFill>
                <a:schemeClr val="tx1"/>
              </a:solidFill>
            </a:endParaRPr>
          </a:p>
          <a:p>
            <a:r>
              <a:rPr lang="ru-RU" sz="1200" b="1" dirty="0">
                <a:solidFill>
                  <a:schemeClr val="tx1"/>
                </a:solidFill>
              </a:rPr>
              <a:t>Проблема 3:</a:t>
            </a:r>
            <a:r>
              <a:rPr lang="ru-RU" sz="1200" b="0" dirty="0">
                <a:solidFill>
                  <a:schemeClr val="tx1"/>
                </a:solidFill>
              </a:rPr>
              <a:t>	Отсутствие системы получения данных о ходе работ в подразделениях</a:t>
            </a:r>
          </a:p>
          <a:p>
            <a:r>
              <a:rPr lang="ru-RU" sz="1200" b="1" dirty="0">
                <a:solidFill>
                  <a:schemeClr val="tx1"/>
                </a:solidFill>
              </a:rPr>
              <a:t>Решение:</a:t>
            </a:r>
            <a:endParaRPr lang="ru-RU" sz="1200" b="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Внедрение канбан доски в общем доступе и инфоцентра подразделения.</a:t>
            </a:r>
          </a:p>
          <a:p>
            <a:r>
              <a:rPr lang="ru-RU" sz="1200" b="1">
                <a:solidFill>
                  <a:schemeClr val="tx1"/>
                </a:solidFill>
              </a:rPr>
              <a:t>Результат:</a:t>
            </a:r>
            <a:r>
              <a:rPr lang="ru-RU" sz="1200" b="0">
                <a:solidFill>
                  <a:schemeClr val="tx1"/>
                </a:solidFill>
              </a:rPr>
              <a:t> повышение прозрачности бизнес-процессов в компании.</a:t>
            </a:r>
            <a:endParaRPr lang="ru-RU" sz="1200" b="0" dirty="0">
              <a:solidFill>
                <a:schemeClr val="tx1"/>
              </a:solidFill>
            </a:endParaRPr>
          </a:p>
        </p:txBody>
      </p:sp>
      <p:sp>
        <p:nvSpPr>
          <p:cNvPr id="613" name="Google Shape;613;gf9645b2320_6_6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0287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tags" Target="../tags/tag3.xml"/><Relationship Id="rId7" Type="http://schemas.openxmlformats.org/officeDocument/2006/relationships/slideMaster" Target="../slideMasters/slideMaster2.xml"/><Relationship Id="rId12" Type="http://schemas.openxmlformats.org/officeDocument/2006/relationships/chart" Target="../charts/chart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chart" Target="../charts/chart2.xml"/><Relationship Id="rId5" Type="http://schemas.openxmlformats.org/officeDocument/2006/relationships/tags" Target="../tags/tag5.xml"/><Relationship Id="rId10" Type="http://schemas.openxmlformats.org/officeDocument/2006/relationships/chart" Target="../charts/chart1.xml"/><Relationship Id="rId4" Type="http://schemas.openxmlformats.org/officeDocument/2006/relationships/tags" Target="../tags/tag4.xml"/><Relationship Id="rId9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DEAE69-D941-47BC-8426-85E2BB233A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3CA1D6-790D-4ACB-AAAB-56704B8CC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491A11-5959-44CE-842F-294FD908F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668A48-3E7E-431F-BD0D-5ABFD53E9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B43575-81AD-401D-A10B-38EDE650F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454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6063BD-A385-440C-B5A7-DA50154B3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F831F5-9377-4B1C-9ECC-CA984C874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B88B42-4290-473C-A986-AFC813585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5B71DC-6299-41AB-9389-EDE526F47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993B46-1D04-4274-A233-E4ADD4B20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6600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C0D502-A68F-4F07-8764-E5C9BB1AF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4916408-A6E4-4E3E-A2FF-0491B725A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9C5493-7C94-4767-AC51-83ABFDAA3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C16816-B78D-44E3-A805-8B246C3D5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506217-29EE-4F1F-B299-8BCC17DF4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685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4E3E36-FBC5-491C-8F6A-3D5E51946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355DB7-D747-4210-BE9E-74083C05BB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2E5087D-E16D-439A-8904-6E12773E8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305A0E-F4B4-4323-BD59-227538658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A8133BC-0CCF-43F0-AA6C-8ECE7E606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6709179-8784-4F25-A33B-D1998CA72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167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3DA22-2FE6-401D-90BC-2DCCA21D1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BF5271-6BDC-4D1A-9FDB-CA237FA18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E109C07-6754-42CE-B836-8549F8B15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5C45477-0121-420D-8BC5-602D1A65A0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1F7E3DE-4773-4278-91AF-9FE3556CAC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13241AD-1835-4B48-ABBE-8499ED1C7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C63ADAB-76AE-49D5-B2C5-8D8EBE188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FFED3A1-EC50-4DBB-9F6A-9040FFC4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8992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151C37-0133-4411-B26D-24098C977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ED6AE19-AC59-4D0C-9668-B830419C6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ABE4E1-481A-4FB2-A307-4C4B78C9A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F1EC24D-66EC-4D26-8024-2E941BDB9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5985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9D21D11-3582-4FD0-BFD5-BCB98709F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CC9EA76-E609-4700-856F-9E4CBE334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00D81B-9400-471A-B6CE-415D3608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869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6FF8B9-BC22-4011-ACBF-780ECD909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38E579-E2C0-4766-9F52-29C183E1B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DF13C62-972A-436E-B726-ABBA99B9E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823340-3E0B-427F-BA41-49285A03C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B9FB937-3D8F-45C8-B26C-695ED34EF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BCE23B-DB0F-4508-BEC6-2A5B9C8A4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936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FCED04-0513-48BB-9A5F-359E1007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C02BD89-0535-4EBA-8AB7-E19C3380DA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850FD3-60CE-4A47-9E69-A8C2E8CE4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918A20-7705-468C-B465-9A4860F39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AD6C1C-AE0B-4512-9F69-EDF546F3C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E39373B-C17B-4474-9ED3-CBDB9A44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057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1E6406-3600-4176-942F-B69CC4156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E4BCF41-7C3E-40E7-9DFD-A769962AD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C7B124-F74E-45A6-840A-2A951DD00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16A57C-BA3C-45C2-8D3F-325D700C9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E5EDE0-AC72-4230-897C-6CE56C761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1286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785B8C9-01B8-41A0-A8B9-BCFDA75E76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9DCC2DC-CF62-4240-BB9D-E9B05C04A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A4D78B-7E61-479F-81A3-CC57DAD30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8EAD15-F143-4AF7-8627-66FBEC7CC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47CEEC-1C13-4466-BEF4-2E20CA3AF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7226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182E69-A74A-4881-973C-B78B4886FD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74BCBE8-FE69-4B5A-8D92-D5B33222D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E2A11B-98E2-4794-8A2A-036995D3F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D038A8-D678-4D46-8310-3646E4C36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4F67F6-CB35-4FA1-9D1B-CB230999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2470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DDF2A9-9BF8-4ADA-8B51-5AB420382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947B8C-A017-40B6-9D6A-BC5C1C161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C1D03A-2544-462C-9FF2-8D96F173C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595919-F3D2-46E3-9E8E-81F854D08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CFB08A-6966-48C7-8400-0762689EE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8656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D3629D-64A0-486D-A1F8-E7B463CF0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E3BBB6-9429-45D4-82F3-AC707FB6F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B67550-FF97-49D9-B6C9-9AD8CA9C5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930415-5D4D-40E5-B2E6-967E44650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77514E-8BD0-4A95-A36F-D6D019A77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2201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9A2EF5-190F-4C58-ABE7-CF9969406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96A418-958F-4923-9C9A-9C68A33D44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4AFA1DD-01A2-4F14-9526-698A10A8E8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B69656D-CD42-4EFC-97B0-176F22C7F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34CC9A2-96BF-40AE-8957-D137F06DE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117764-D05D-4EB7-8304-B6BCD3021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86524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F7FA7-F0C3-419E-B2E6-BD125A664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977BE1-D0D8-4E13-83F5-75B96E81A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01E194B-566B-4571-96CE-051B33771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B3A31FF-F342-4FD1-B104-04A31FB4A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4D26B3C-97B4-474D-8759-A4CEFBA28F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AA73D56-0F46-491C-BA25-DC0F312B2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6BB8975-458C-4A5B-AF1C-FDBEFD2D0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8BC5D44-B5DE-46DE-9880-ABBEB1832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79338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3E2C81-9CD7-4A4E-B02B-7881C78C1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86FA7F6-EDC0-472D-8FE0-DF60F4A8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F1350F5-C8C5-406A-9947-47E08E4DE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129C7AA-52B1-4EE6-B436-C2B04C71D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78393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F8C4FF1-DD78-4ED2-A992-94EE7CC6A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A15ECF8-1952-4501-A52F-BA9BBE15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99236F-D1CC-4CC4-97BF-03A14571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73543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A69A80-B293-44BB-8437-DF0D398A6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4E61DA-03E0-460B-AF13-868063498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3F922A1-D3D5-4797-AB48-FA6EDF588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16B71EF-892F-4A1D-9747-837BF45F4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9686FB-AF5A-4A8A-B17E-EF8D27F43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EB7393-28B0-451D-BC86-A110D0307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45639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FA9111-DFCA-4F73-A64B-461124081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602074-9E75-4596-840C-4545D608E4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2DCFACB-BE8F-4D37-9A80-1AF8830111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F87DEF-1AF6-4AA6-9E29-19A0C3ED0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134596-F6E0-4208-8704-44C3DA46C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D1B824-94F9-46DE-995A-DE14C3E6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00114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82D48C-3C6C-429E-AAF4-5FC02C533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C98F580-6693-4D11-B526-8CB8F5CE5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C8692C-64B4-4428-8623-AD780D0EF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4CE20D-3B53-469C-A7C8-C94B12A22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6D10D1-3B2F-4616-A5C0-338D60E07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4282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D07115C-E65C-4AC7-8DE5-82BCA3A4E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39C84E3-507C-4243-91D5-4E51148BD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65C550-6D69-4A68-9339-0E8A14784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CFB331-5B54-4FE2-85E2-669EBB84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516D53-2C7A-408F-B535-8470C4767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452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Объект 7" hidden="1">
            <a:extLst>
              <a:ext uri="{FF2B5EF4-FFF2-40B4-BE49-F238E27FC236}">
                <a16:creationId xmlns:a16="http://schemas.microsoft.com/office/drawing/2014/main" id="{B4474FAE-D306-4CAB-B284-793DBDDBA2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2904576"/>
              </p:ext>
            </p:extLst>
          </p:nvPr>
        </p:nvGraphicFramePr>
        <p:xfrm>
          <a:off x="1590" y="159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8" imgW="395" imgH="396" progId="TCLayout.ActiveDocument.1">
                  <p:embed/>
                </p:oleObj>
              </mc:Choice>
              <mc:Fallback>
                <p:oleObj name="Слайд think-cell" r:id="rId8" imgW="395" imgH="396" progId="TCLayout.ActiveDocument.1">
                  <p:embed/>
                  <p:pic>
                    <p:nvPicPr>
                      <p:cNvPr id="8" name="Объект 7" hidden="1">
                        <a:extLst>
                          <a:ext uri="{FF2B5EF4-FFF2-40B4-BE49-F238E27FC236}">
                            <a16:creationId xmlns:a16="http://schemas.microsoft.com/office/drawing/2014/main" id="{B4474FAE-D306-4CAB-B284-793DBDDBA2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90" y="159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Прямоугольник 6" hidden="1">
            <a:extLst>
              <a:ext uri="{FF2B5EF4-FFF2-40B4-BE49-F238E27FC236}">
                <a16:creationId xmlns:a16="http://schemas.microsoft.com/office/drawing/2014/main" id="{00E04643-FFCF-4DB4-964D-9FFAD2B40D6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2" y="2"/>
            <a:ext cx="158751" cy="1587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ru-RU" sz="1800" b="0" i="0" baseline="0"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DA2474-E6EA-46CF-B749-C11EDBF5CA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209" y="462668"/>
            <a:ext cx="5553891" cy="646331"/>
          </a:xfrm>
        </p:spPr>
        <p:txBody>
          <a:bodyPr lIns="0">
            <a:normAutofit/>
          </a:bodyPr>
          <a:lstStyle>
            <a:lvl1pPr>
              <a:defRPr sz="1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ru-RU"/>
              <a:t>Наименование организации</a:t>
            </a:r>
            <a:br>
              <a:rPr lang="ru-RU"/>
            </a:br>
            <a:r>
              <a:rPr lang="ru-RU"/>
              <a:t>Регион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41D7CC-54C4-47A5-831D-69EC140BC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8977" y="6409532"/>
            <a:ext cx="372745" cy="365125"/>
          </a:xfrm>
        </p:spPr>
        <p:txBody>
          <a:bodyPr/>
          <a:lstStyle/>
          <a:p>
            <a:fld id="{7D4836FE-67DB-4030-B61F-7E4FB502A8A7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4B64B703-96F9-4920-AE97-0E0229E835CC}"/>
              </a:ext>
            </a:extLst>
          </p:cNvPr>
          <p:cNvSpPr txBox="1">
            <a:spLocks/>
          </p:cNvSpPr>
          <p:nvPr userDrawn="1"/>
        </p:nvSpPr>
        <p:spPr>
          <a:xfrm>
            <a:off x="542112" y="113599"/>
            <a:ext cx="8831483" cy="349068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300" b="1">
                <a:solidFill>
                  <a:srgbClr val="0070C0"/>
                </a:solidFill>
              </a:rPr>
              <a:t>Примеры вскрытия резервов производительности</a:t>
            </a:r>
            <a:endParaRPr lang="ru-RU" sz="2300" b="1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2225DDE4-89FC-4C34-B057-D07FC697C740}"/>
              </a:ext>
            </a:extLst>
          </p:cNvPr>
          <p:cNvCxnSpPr/>
          <p:nvPr userDrawn="1"/>
        </p:nvCxnSpPr>
        <p:spPr>
          <a:xfrm>
            <a:off x="578624" y="1134307"/>
            <a:ext cx="1123200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92FC6996-8FCE-4AFB-B572-A222827417B0}"/>
              </a:ext>
            </a:extLst>
          </p:cNvPr>
          <p:cNvCxnSpPr/>
          <p:nvPr userDrawn="1"/>
        </p:nvCxnSpPr>
        <p:spPr>
          <a:xfrm>
            <a:off x="578624" y="1767528"/>
            <a:ext cx="1123200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Текст 23">
            <a:extLst>
              <a:ext uri="{FF2B5EF4-FFF2-40B4-BE49-F238E27FC236}">
                <a16:creationId xmlns:a16="http://schemas.microsoft.com/office/drawing/2014/main" id="{F68A7246-6099-4AE2-9883-01F0D9A4F8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461100"/>
            <a:ext cx="5715000" cy="646333"/>
          </a:xfrm>
        </p:spPr>
        <p:txBody>
          <a:bodyPr rIns="0" anchor="ctr"/>
          <a:lstStyle>
            <a:lvl1pPr marL="0" indent="0" algn="r">
              <a:spcBef>
                <a:spcPts val="0"/>
              </a:spcBef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ru-RU"/>
              <a:t>Отрасль в соответствии с ОКВЕД</a:t>
            </a:r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D6D201E9-2DE2-4666-B943-85E54B5E03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21840" y="1158692"/>
            <a:ext cx="9788784" cy="58196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ru-RU"/>
              <a:t>Название пилотного потока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003B8A6-34CA-4576-A4DC-3ABC36429D4D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578627" y="1158695"/>
            <a:ext cx="1358581" cy="584775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ru-RU" sz="1600">
                <a:solidFill>
                  <a:schemeClr val="bg1">
                    <a:lumMod val="50000"/>
                  </a:schemeClr>
                </a:solidFill>
              </a:rPr>
              <a:t>Пилотный поток: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8A4EA0DE-AEFA-494B-BF74-BAA880EEA62A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3720653" y="1783538"/>
            <a:ext cx="3115016" cy="32316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18525" defTabSz="121911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defRPr/>
            </a:pPr>
            <a:r>
              <a:rPr lang="ru-RU" sz="1500" b="1">
                <a:solidFill>
                  <a:schemeClr val="bg1">
                    <a:lumMod val="50000"/>
                  </a:schemeClr>
                </a:solidFill>
              </a:rPr>
              <a:t>Основные мероприятия: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C242E3B-12DD-4460-99BC-AED62C071741}"/>
              </a:ext>
            </a:extLst>
          </p:cNvPr>
          <p:cNvSpPr/>
          <p:nvPr userDrawn="1">
            <p:custDataLst>
              <p:tags r:id="rId5"/>
            </p:custDataLst>
          </p:nvPr>
        </p:nvSpPr>
        <p:spPr>
          <a:xfrm>
            <a:off x="472851" y="1783538"/>
            <a:ext cx="3115015" cy="32316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18525" defTabSz="121911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defRPr/>
            </a:pPr>
            <a:r>
              <a:rPr lang="ru-RU" sz="1500" b="1">
                <a:solidFill>
                  <a:schemeClr val="bg1">
                    <a:lumMod val="50000"/>
                  </a:schemeClr>
                </a:solidFill>
              </a:rPr>
              <a:t>Основной результат: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9DB731E-7E9F-491E-B50B-D662BFBFAA58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8305802" y="1783536"/>
            <a:ext cx="3504825" cy="32316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18525" defTabSz="121911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defRPr/>
            </a:pPr>
            <a:r>
              <a:rPr lang="ru-RU" sz="1500" b="1">
                <a:solidFill>
                  <a:schemeClr val="bg1">
                    <a:lumMod val="50000"/>
                  </a:schemeClr>
                </a:solidFill>
              </a:rPr>
              <a:t>Показатели пилотного потока: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8BD4FD95-8BFE-499E-ADA9-916D9C7E78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7852" y="2106614"/>
            <a:ext cx="3010013" cy="300082"/>
          </a:xfrm>
        </p:spPr>
        <p:txBody>
          <a:bodyPr lIns="0">
            <a:spAutoFit/>
          </a:bodyPr>
          <a:lstStyle>
            <a:lvl1pPr marL="0" indent="0">
              <a:buNone/>
              <a:defRPr sz="15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ru-RU"/>
              <a:t>Описание результат</a:t>
            </a: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2EA27555-38F0-4EFF-9455-BCD424C057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49529" y="2106610"/>
            <a:ext cx="4515632" cy="300082"/>
          </a:xfrm>
        </p:spPr>
        <p:txBody>
          <a:bodyPr wrap="square">
            <a:spAutoFit/>
          </a:bodyPr>
          <a:lstStyle>
            <a:lvl1pPr marL="266687" indent="-266687">
              <a:buClr>
                <a:srgbClr val="0070C0"/>
              </a:buClr>
              <a:buFont typeface="+mj-lt"/>
              <a:buAutoNum type="arabicPeriod"/>
              <a:defRPr sz="15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ru-RU"/>
              <a:t>Описание мероприятий</a:t>
            </a:r>
          </a:p>
        </p:txBody>
      </p:sp>
      <p:sp>
        <p:nvSpPr>
          <p:cNvPr id="40" name="Рисунок 39">
            <a:extLst>
              <a:ext uri="{FF2B5EF4-FFF2-40B4-BE49-F238E27FC236}">
                <a16:creationId xmlns:a16="http://schemas.microsoft.com/office/drawing/2014/main" id="{4392BFB0-074D-45DB-B32C-A046D6E770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7739" y="3994487"/>
            <a:ext cx="3010013" cy="241504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/>
          </a:p>
        </p:txBody>
      </p:sp>
      <p:graphicFrame>
        <p:nvGraphicFramePr>
          <p:cNvPr id="42" name="Диаграмма 41">
            <a:extLst>
              <a:ext uri="{FF2B5EF4-FFF2-40B4-BE49-F238E27FC236}">
                <a16:creationId xmlns:a16="http://schemas.microsoft.com/office/drawing/2014/main" id="{62AA4875-FA4E-4D89-A8ED-4B342F29363D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415083973"/>
              </p:ext>
            </p:extLst>
          </p:nvPr>
        </p:nvGraphicFramePr>
        <p:xfrm>
          <a:off x="8305801" y="2486204"/>
          <a:ext cx="3606801" cy="1083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43" name="Диаграмма 42">
            <a:extLst>
              <a:ext uri="{FF2B5EF4-FFF2-40B4-BE49-F238E27FC236}">
                <a16:creationId xmlns:a16="http://schemas.microsoft.com/office/drawing/2014/main" id="{0130B009-9F31-4A09-9719-FDDA22266A7C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101884550"/>
              </p:ext>
            </p:extLst>
          </p:nvPr>
        </p:nvGraphicFramePr>
        <p:xfrm>
          <a:off x="8305799" y="3994417"/>
          <a:ext cx="3606800" cy="1083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276273F7-CC80-44A8-9EAC-148C5383F56E}"/>
              </a:ext>
            </a:extLst>
          </p:cNvPr>
          <p:cNvCxnSpPr>
            <a:cxnSpLocks/>
          </p:cNvCxnSpPr>
          <p:nvPr userDrawn="1"/>
        </p:nvCxnSpPr>
        <p:spPr>
          <a:xfrm flipV="1">
            <a:off x="9276080" y="2579025"/>
            <a:ext cx="0" cy="22173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9441BF36-05BB-4A82-8F30-697613F8C424}"/>
              </a:ext>
            </a:extLst>
          </p:cNvPr>
          <p:cNvCxnSpPr>
            <a:cxnSpLocks/>
          </p:cNvCxnSpPr>
          <p:nvPr userDrawn="1"/>
        </p:nvCxnSpPr>
        <p:spPr>
          <a:xfrm flipH="1">
            <a:off x="9270624" y="2579025"/>
            <a:ext cx="1671696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Прямая со стрелкой 49">
            <a:extLst>
              <a:ext uri="{FF2B5EF4-FFF2-40B4-BE49-F238E27FC236}">
                <a16:creationId xmlns:a16="http://schemas.microsoft.com/office/drawing/2014/main" id="{5F3C2761-22DF-4BCB-99E1-D4D678C71993}"/>
              </a:ext>
            </a:extLst>
          </p:cNvPr>
          <p:cNvCxnSpPr>
            <a:cxnSpLocks/>
          </p:cNvCxnSpPr>
          <p:nvPr userDrawn="1"/>
        </p:nvCxnSpPr>
        <p:spPr>
          <a:xfrm>
            <a:off x="10942320" y="2579027"/>
            <a:ext cx="0" cy="12440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>
            <a:extLst>
              <a:ext uri="{FF2B5EF4-FFF2-40B4-BE49-F238E27FC236}">
                <a16:creationId xmlns:a16="http://schemas.microsoft.com/office/drawing/2014/main" id="{ED166DFE-0CF9-4467-8E4D-CB256B4A7D8C}"/>
              </a:ext>
            </a:extLst>
          </p:cNvPr>
          <p:cNvCxnSpPr>
            <a:cxnSpLocks/>
          </p:cNvCxnSpPr>
          <p:nvPr userDrawn="1"/>
        </p:nvCxnSpPr>
        <p:spPr>
          <a:xfrm flipV="1">
            <a:off x="9276080" y="4068344"/>
            <a:ext cx="0" cy="8794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>
            <a:extLst>
              <a:ext uri="{FF2B5EF4-FFF2-40B4-BE49-F238E27FC236}">
                <a16:creationId xmlns:a16="http://schemas.microsoft.com/office/drawing/2014/main" id="{3FAFB2F1-31A3-4088-9588-2CAD8CE92285}"/>
              </a:ext>
            </a:extLst>
          </p:cNvPr>
          <p:cNvCxnSpPr>
            <a:cxnSpLocks/>
          </p:cNvCxnSpPr>
          <p:nvPr userDrawn="1"/>
        </p:nvCxnSpPr>
        <p:spPr>
          <a:xfrm flipH="1">
            <a:off x="9270624" y="4068344"/>
            <a:ext cx="1671696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0C4879E4-292F-4D8C-B15A-464D16E4A1A6}"/>
              </a:ext>
            </a:extLst>
          </p:cNvPr>
          <p:cNvCxnSpPr>
            <a:cxnSpLocks/>
          </p:cNvCxnSpPr>
          <p:nvPr userDrawn="1"/>
        </p:nvCxnSpPr>
        <p:spPr>
          <a:xfrm>
            <a:off x="10942320" y="4068344"/>
            <a:ext cx="0" cy="28690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1" name="Группа 70">
            <a:extLst>
              <a:ext uri="{FF2B5EF4-FFF2-40B4-BE49-F238E27FC236}">
                <a16:creationId xmlns:a16="http://schemas.microsoft.com/office/drawing/2014/main" id="{18ABDAAF-15AD-4945-A59C-861800509FD7}"/>
              </a:ext>
            </a:extLst>
          </p:cNvPr>
          <p:cNvGrpSpPr/>
          <p:nvPr userDrawn="1"/>
        </p:nvGrpSpPr>
        <p:grpSpPr>
          <a:xfrm>
            <a:off x="9270624" y="5566943"/>
            <a:ext cx="1671696" cy="286909"/>
            <a:chOff x="9270624" y="5567790"/>
            <a:chExt cx="1671696" cy="286909"/>
          </a:xfrm>
        </p:grpSpPr>
        <p:cxnSp>
          <p:nvCxnSpPr>
            <p:cNvPr id="67" name="Прямая соединительная линия 66">
              <a:extLst>
                <a:ext uri="{FF2B5EF4-FFF2-40B4-BE49-F238E27FC236}">
                  <a16:creationId xmlns:a16="http://schemas.microsoft.com/office/drawing/2014/main" id="{03618FDA-8E6C-4ADB-88B6-25E7C9A9D2C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276080" y="5567790"/>
              <a:ext cx="0" cy="87944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Прямая соединительная линия 67">
              <a:extLst>
                <a:ext uri="{FF2B5EF4-FFF2-40B4-BE49-F238E27FC236}">
                  <a16:creationId xmlns:a16="http://schemas.microsoft.com/office/drawing/2014/main" id="{B595AF57-F0EB-42DF-AB43-EB836ED900A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270624" y="5567790"/>
              <a:ext cx="1671696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Прямая со стрелкой 68">
              <a:extLst>
                <a:ext uri="{FF2B5EF4-FFF2-40B4-BE49-F238E27FC236}">
                  <a16:creationId xmlns:a16="http://schemas.microsoft.com/office/drawing/2014/main" id="{2AA6DC7F-53B3-4B38-B26E-BC0BD23866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942320" y="5567790"/>
              <a:ext cx="0" cy="286909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70" name="Диаграмма 69">
            <a:extLst>
              <a:ext uri="{FF2B5EF4-FFF2-40B4-BE49-F238E27FC236}">
                <a16:creationId xmlns:a16="http://schemas.microsoft.com/office/drawing/2014/main" id="{36ABC2AF-90A2-4712-BAAB-A0633301EB64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192200644"/>
              </p:ext>
            </p:extLst>
          </p:nvPr>
        </p:nvGraphicFramePr>
        <p:xfrm>
          <a:off x="8305799" y="5495288"/>
          <a:ext cx="3606800" cy="1083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73" name="Стрелка: вниз 72">
            <a:extLst>
              <a:ext uri="{FF2B5EF4-FFF2-40B4-BE49-F238E27FC236}">
                <a16:creationId xmlns:a16="http://schemas.microsoft.com/office/drawing/2014/main" id="{2259E48A-40F0-4FC1-ABBB-D3E35C0F9795}"/>
              </a:ext>
            </a:extLst>
          </p:cNvPr>
          <p:cNvSpPr/>
          <p:nvPr userDrawn="1"/>
        </p:nvSpPr>
        <p:spPr>
          <a:xfrm rot="10800000">
            <a:off x="8425135" y="2160055"/>
            <a:ext cx="160020" cy="212404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2C334731-BEC0-43FD-899B-22B6FA575C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25133" y="2130754"/>
            <a:ext cx="3385491" cy="311151"/>
          </a:xfrm>
        </p:spPr>
        <p:txBody>
          <a:bodyPr vert="horz" wrap="square" lIns="180000" tIns="0" rIns="180000" bIns="0" rtlCol="0" anchor="ctr">
            <a:noAutofit/>
          </a:bodyPr>
          <a:lstStyle>
            <a:lvl1pPr marL="0" indent="0" algn="ctr">
              <a:buNone/>
              <a:defRPr lang="ru-RU" sz="1500" b="1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589" lvl="0" indent="-228589"/>
            <a:r>
              <a:rPr lang="ru-RU"/>
              <a:t>Выработка, ед. изм.</a:t>
            </a:r>
          </a:p>
        </p:txBody>
      </p:sp>
      <p:sp>
        <p:nvSpPr>
          <p:cNvPr id="78" name="Текст 76">
            <a:extLst>
              <a:ext uri="{FF2B5EF4-FFF2-40B4-BE49-F238E27FC236}">
                <a16:creationId xmlns:a16="http://schemas.microsoft.com/office/drawing/2014/main" id="{4472D27B-ECB8-4AF7-8C4D-A83E391BA6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56435" y="2779726"/>
            <a:ext cx="1122892" cy="285751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B050"/>
                </a:solidFill>
              </a:defRPr>
            </a:lvl1pPr>
          </a:lstStyle>
          <a:p>
            <a:pPr lvl="0"/>
            <a:r>
              <a:rPr lang="en-US"/>
              <a:t>+XX</a:t>
            </a:r>
            <a:r>
              <a:rPr lang="ru-RU"/>
              <a:t>%</a:t>
            </a:r>
          </a:p>
        </p:txBody>
      </p:sp>
      <p:sp>
        <p:nvSpPr>
          <p:cNvPr id="79" name="Стрелка: вниз 78">
            <a:extLst>
              <a:ext uri="{FF2B5EF4-FFF2-40B4-BE49-F238E27FC236}">
                <a16:creationId xmlns:a16="http://schemas.microsoft.com/office/drawing/2014/main" id="{AA397730-4CC6-4176-91D4-A7A55B8638DE}"/>
              </a:ext>
            </a:extLst>
          </p:cNvPr>
          <p:cNvSpPr/>
          <p:nvPr userDrawn="1"/>
        </p:nvSpPr>
        <p:spPr>
          <a:xfrm>
            <a:off x="8425135" y="3679263"/>
            <a:ext cx="160020" cy="212404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84" name="Стрелка: вниз 83">
            <a:extLst>
              <a:ext uri="{FF2B5EF4-FFF2-40B4-BE49-F238E27FC236}">
                <a16:creationId xmlns:a16="http://schemas.microsoft.com/office/drawing/2014/main" id="{B559F30E-9C0A-46D1-BB8F-976113884CCC}"/>
              </a:ext>
            </a:extLst>
          </p:cNvPr>
          <p:cNvSpPr/>
          <p:nvPr userDrawn="1"/>
        </p:nvSpPr>
        <p:spPr>
          <a:xfrm>
            <a:off x="8425135" y="5179451"/>
            <a:ext cx="160020" cy="212404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90" name="Текст 89">
            <a:extLst>
              <a:ext uri="{FF2B5EF4-FFF2-40B4-BE49-F238E27FC236}">
                <a16:creationId xmlns:a16="http://schemas.microsoft.com/office/drawing/2014/main" id="{A8A6CF97-3C34-490F-9DA1-BEE6EE83B91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43791" y="5805481"/>
            <a:ext cx="2086648" cy="524408"/>
          </a:xfrm>
        </p:spPr>
        <p:txBody>
          <a:bodyPr lIns="0" rIns="0">
            <a:noAutofit/>
          </a:bodyPr>
          <a:lstStyle>
            <a:lvl1pPr marL="0" indent="0" algn="r">
              <a:buNone/>
              <a:defRPr lang="ru-RU" sz="3600" b="1" kern="1200" dirty="0">
                <a:ln w="6600">
                  <a:solidFill>
                    <a:srgbClr val="0070C0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0070C0"/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/>
              <a:t>+</a:t>
            </a:r>
            <a:r>
              <a:rPr lang="en-US"/>
              <a:t>XX%</a:t>
            </a:r>
            <a:endParaRPr lang="ru-RU"/>
          </a:p>
        </p:txBody>
      </p:sp>
      <p:sp>
        <p:nvSpPr>
          <p:cNvPr id="91" name="Текст 35">
            <a:extLst>
              <a:ext uri="{FF2B5EF4-FFF2-40B4-BE49-F238E27FC236}">
                <a16:creationId xmlns:a16="http://schemas.microsoft.com/office/drawing/2014/main" id="{7C425C0E-6771-43CA-B36A-8AD42AEB997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49531" y="5803289"/>
            <a:ext cx="4556271" cy="507831"/>
          </a:xfrm>
        </p:spPr>
        <p:txBody>
          <a:bodyPr wrap="square">
            <a:spAutoFit/>
          </a:bodyPr>
          <a:lstStyle>
            <a:lvl1pPr marL="0" indent="0">
              <a:buClr>
                <a:srgbClr val="0070C0"/>
              </a:buClr>
              <a:buFont typeface="+mj-lt"/>
              <a:buNone/>
              <a:defRPr sz="15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ru-RU"/>
              <a:t>Дополнительный комментарий (к НЗП или прямому эк. эффекту)</a:t>
            </a:r>
          </a:p>
        </p:txBody>
      </p:sp>
      <p:sp>
        <p:nvSpPr>
          <p:cNvPr id="92" name="Текст 74">
            <a:extLst>
              <a:ext uri="{FF2B5EF4-FFF2-40B4-BE49-F238E27FC236}">
                <a16:creationId xmlns:a16="http://schemas.microsoft.com/office/drawing/2014/main" id="{AF4B6396-E781-4381-B4DA-1BADFDB04F3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25133" y="3629241"/>
            <a:ext cx="3385491" cy="311151"/>
          </a:xfrm>
        </p:spPr>
        <p:txBody>
          <a:bodyPr vert="horz" wrap="square" lIns="180000" tIns="0" rIns="180000" bIns="0" rtlCol="0" anchor="ctr">
            <a:noAutofit/>
          </a:bodyPr>
          <a:lstStyle>
            <a:lvl1pPr marL="0" indent="0" algn="ctr">
              <a:buNone/>
              <a:defRPr lang="ru-RU" sz="1500" b="1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589" lvl="0" indent="-228589"/>
            <a:r>
              <a:rPr lang="ru-RU"/>
              <a:t>НЗП в потоке, ед. изм.</a:t>
            </a:r>
          </a:p>
        </p:txBody>
      </p:sp>
      <p:sp>
        <p:nvSpPr>
          <p:cNvPr id="93" name="Текст 74">
            <a:extLst>
              <a:ext uri="{FF2B5EF4-FFF2-40B4-BE49-F238E27FC236}">
                <a16:creationId xmlns:a16="http://schemas.microsoft.com/office/drawing/2014/main" id="{A419171E-2630-4967-B257-AD40022120C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25133" y="5126345"/>
            <a:ext cx="3385491" cy="311151"/>
          </a:xfrm>
        </p:spPr>
        <p:txBody>
          <a:bodyPr vert="horz" wrap="square" lIns="180000" tIns="0" rIns="180000" bIns="0" rtlCol="0" anchor="ctr">
            <a:noAutofit/>
          </a:bodyPr>
          <a:lstStyle>
            <a:lvl1pPr marL="0" indent="0" algn="ctr">
              <a:buNone/>
              <a:defRPr lang="ru-RU" sz="1500" b="1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589" lvl="0" indent="-228589"/>
            <a:r>
              <a:rPr lang="ru-RU"/>
              <a:t>ВПП объекта, ед. изм.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1169EA4-9D0E-4FEB-B6BE-AC86A9C67FE2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8930901" y="2858544"/>
            <a:ext cx="692151" cy="238445"/>
          </a:xfrm>
        </p:spPr>
        <p:txBody>
          <a:bodyPr wrap="none" lIns="0" tIns="0" rIns="0" bIns="0"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r>
              <a:rPr lang="ru-RU" sz="1400"/>
              <a:t>ХХХХ</a:t>
            </a:r>
            <a:endParaRPr lang="ru-RU"/>
          </a:p>
        </p:txBody>
      </p:sp>
      <p:sp>
        <p:nvSpPr>
          <p:cNvPr id="44" name="Объект 3">
            <a:extLst>
              <a:ext uri="{FF2B5EF4-FFF2-40B4-BE49-F238E27FC236}">
                <a16:creationId xmlns:a16="http://schemas.microsoft.com/office/drawing/2014/main" id="{04D0C788-9948-44E7-9B91-0E274AA8ABF3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0589897" y="2814096"/>
            <a:ext cx="692151" cy="238445"/>
          </a:xfrm>
        </p:spPr>
        <p:txBody>
          <a:bodyPr wrap="none" lIns="0" tIns="0" rIns="0" bIns="0"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r>
              <a:rPr lang="ru-RU" sz="1400"/>
              <a:t>ХХХХ</a:t>
            </a:r>
            <a:endParaRPr lang="ru-RU"/>
          </a:p>
        </p:txBody>
      </p:sp>
      <p:sp>
        <p:nvSpPr>
          <p:cNvPr id="45" name="Объект 3">
            <a:extLst>
              <a:ext uri="{FF2B5EF4-FFF2-40B4-BE49-F238E27FC236}">
                <a16:creationId xmlns:a16="http://schemas.microsoft.com/office/drawing/2014/main" id="{9AB87E37-1B82-4C26-AF63-8281E564733C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8930901" y="4295712"/>
            <a:ext cx="692151" cy="238445"/>
          </a:xfrm>
        </p:spPr>
        <p:txBody>
          <a:bodyPr wrap="none" lIns="0" tIns="0" rIns="0" bIns="0"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r>
              <a:rPr lang="ru-RU" sz="1400"/>
              <a:t>ХХХХ</a:t>
            </a:r>
            <a:endParaRPr lang="ru-RU"/>
          </a:p>
        </p:txBody>
      </p:sp>
      <p:sp>
        <p:nvSpPr>
          <p:cNvPr id="48" name="Объект 3">
            <a:extLst>
              <a:ext uri="{FF2B5EF4-FFF2-40B4-BE49-F238E27FC236}">
                <a16:creationId xmlns:a16="http://schemas.microsoft.com/office/drawing/2014/main" id="{590ED328-E564-4A7B-B5CE-B0ED65ACF611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10589897" y="4390963"/>
            <a:ext cx="692151" cy="238445"/>
          </a:xfrm>
        </p:spPr>
        <p:txBody>
          <a:bodyPr wrap="none" lIns="0" tIns="0" rIns="0" bIns="0"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r>
              <a:rPr lang="ru-RU" sz="1400"/>
              <a:t>ХХХХ</a:t>
            </a:r>
            <a:endParaRPr lang="ru-RU"/>
          </a:p>
        </p:txBody>
      </p:sp>
      <p:sp>
        <p:nvSpPr>
          <p:cNvPr id="49" name="Объект 3">
            <a:extLst>
              <a:ext uri="{FF2B5EF4-FFF2-40B4-BE49-F238E27FC236}">
                <a16:creationId xmlns:a16="http://schemas.microsoft.com/office/drawing/2014/main" id="{637994A3-6710-4285-9D6C-4C5DD04F8B21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8930901" y="5796632"/>
            <a:ext cx="692151" cy="238445"/>
          </a:xfrm>
        </p:spPr>
        <p:txBody>
          <a:bodyPr wrap="none" lIns="0" tIns="0" rIns="0" bIns="0"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r>
              <a:rPr lang="ru-RU" sz="1400"/>
              <a:t>ХХХХ</a:t>
            </a:r>
            <a:endParaRPr lang="ru-RU"/>
          </a:p>
        </p:txBody>
      </p:sp>
      <p:sp>
        <p:nvSpPr>
          <p:cNvPr id="51" name="Объект 3">
            <a:extLst>
              <a:ext uri="{FF2B5EF4-FFF2-40B4-BE49-F238E27FC236}">
                <a16:creationId xmlns:a16="http://schemas.microsoft.com/office/drawing/2014/main" id="{8559EDF1-C875-4B6F-BA10-8192EA4D7C70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10589897" y="5891884"/>
            <a:ext cx="692151" cy="238445"/>
          </a:xfrm>
        </p:spPr>
        <p:txBody>
          <a:bodyPr wrap="none" lIns="0" tIns="0" rIns="0" bIns="0"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r>
              <a:rPr lang="ru-RU" sz="1400"/>
              <a:t>ХХХХ</a:t>
            </a:r>
            <a:endParaRPr lang="ru-RU"/>
          </a:p>
        </p:txBody>
      </p:sp>
      <p:sp>
        <p:nvSpPr>
          <p:cNvPr id="52" name="Текст 76">
            <a:extLst>
              <a:ext uri="{FF2B5EF4-FFF2-40B4-BE49-F238E27FC236}">
                <a16:creationId xmlns:a16="http://schemas.microsoft.com/office/drawing/2014/main" id="{599F75EF-EF5B-4A3D-B489-7EBEF16E90E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556435" y="4250630"/>
            <a:ext cx="1122892" cy="285751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B050"/>
                </a:solidFill>
              </a:defRPr>
            </a:lvl1pPr>
          </a:lstStyle>
          <a:p>
            <a:pPr lvl="0"/>
            <a:r>
              <a:rPr lang="ru-RU"/>
              <a:t>-</a:t>
            </a:r>
            <a:r>
              <a:rPr lang="en-US"/>
              <a:t>XX</a:t>
            </a:r>
            <a:r>
              <a:rPr lang="ru-RU"/>
              <a:t>%</a:t>
            </a:r>
          </a:p>
        </p:txBody>
      </p:sp>
      <p:sp>
        <p:nvSpPr>
          <p:cNvPr id="53" name="Текст 76">
            <a:extLst>
              <a:ext uri="{FF2B5EF4-FFF2-40B4-BE49-F238E27FC236}">
                <a16:creationId xmlns:a16="http://schemas.microsoft.com/office/drawing/2014/main" id="{4B0387DB-6983-4692-BE8A-67B19E9E589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56435" y="5749329"/>
            <a:ext cx="1122892" cy="285751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B050"/>
                </a:solidFill>
              </a:defRPr>
            </a:lvl1pPr>
          </a:lstStyle>
          <a:p>
            <a:pPr lvl="0"/>
            <a:r>
              <a:rPr lang="ru-RU"/>
              <a:t>-</a:t>
            </a:r>
            <a:r>
              <a:rPr lang="en-US"/>
              <a:t>XX</a:t>
            </a:r>
            <a:r>
              <a:rPr lang="ru-RU"/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97537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7AB35D-EFB0-4F93-9549-E351352D3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F510D1-386B-4926-877F-65F24B35B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A2FB23-5A7D-4ED8-BB23-194845B453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39180-5C86-4F36-9169-AF5BCB991B6B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AE09B7-010D-4998-8A93-67B36ED98F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8081E5-3EC2-482D-9472-7B1F60BCF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395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5B73BD-475E-4082-ACFD-29612C1AB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D5F80E5-55F3-4A16-823E-99272333D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9BC011-7245-4050-8A12-2D5DEA192E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CF14EE-7455-4042-86BC-133D499D01AE}" type="datetimeFigureOut">
              <a:rPr lang="ru-RU" smtClean="0"/>
              <a:t>09.01.2024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BD0889-34B0-4171-B5D5-0B0EACFA7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0A922C-31A3-4D99-87E8-5057D07233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3469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Google Shape;615;gf9645b2320_6_610"/>
          <p:cNvGrpSpPr/>
          <p:nvPr/>
        </p:nvGrpSpPr>
        <p:grpSpPr>
          <a:xfrm>
            <a:off x="0" y="0"/>
            <a:ext cx="7275784" cy="1307677"/>
            <a:chOff x="0" y="0"/>
            <a:chExt cx="11998325" cy="2156460"/>
          </a:xfrm>
        </p:grpSpPr>
        <p:sp>
          <p:nvSpPr>
            <p:cNvPr id="616" name="Google Shape;616;gf9645b2320_6_610"/>
            <p:cNvSpPr/>
            <p:nvPr/>
          </p:nvSpPr>
          <p:spPr>
            <a:xfrm>
              <a:off x="0" y="0"/>
              <a:ext cx="7669530" cy="2156460"/>
            </a:xfrm>
            <a:custGeom>
              <a:avLst/>
              <a:gdLst/>
              <a:ahLst/>
              <a:cxnLst/>
              <a:rect l="l" t="t" r="r" b="b"/>
              <a:pathLst>
                <a:path w="7669530" h="2156460" extrusionOk="0">
                  <a:moveTo>
                    <a:pt x="7669123" y="0"/>
                  </a:moveTo>
                  <a:lnTo>
                    <a:pt x="0" y="0"/>
                  </a:lnTo>
                  <a:lnTo>
                    <a:pt x="0" y="2155963"/>
                  </a:lnTo>
                  <a:lnTo>
                    <a:pt x="7669123" y="0"/>
                  </a:lnTo>
                  <a:close/>
                </a:path>
              </a:pathLst>
            </a:custGeom>
            <a:solidFill>
              <a:srgbClr val="EF3B2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17" name="Google Shape;617;gf9645b2320_6_610"/>
            <p:cNvSpPr/>
            <p:nvPr/>
          </p:nvSpPr>
          <p:spPr>
            <a:xfrm>
              <a:off x="0" y="0"/>
              <a:ext cx="7669530" cy="2156460"/>
            </a:xfrm>
            <a:custGeom>
              <a:avLst/>
              <a:gdLst/>
              <a:ahLst/>
              <a:cxnLst/>
              <a:rect l="l" t="t" r="r" b="b"/>
              <a:pathLst>
                <a:path w="7669530" h="2156460" extrusionOk="0">
                  <a:moveTo>
                    <a:pt x="7668942" y="0"/>
                  </a:moveTo>
                  <a:lnTo>
                    <a:pt x="0" y="2155901"/>
                  </a:lnTo>
                </a:path>
              </a:pathLst>
            </a:custGeom>
            <a:noFill/>
            <a:ln w="368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18" name="Google Shape;618;gf9645b2320_6_610"/>
            <p:cNvSpPr/>
            <p:nvPr/>
          </p:nvSpPr>
          <p:spPr>
            <a:xfrm>
              <a:off x="0" y="0"/>
              <a:ext cx="11242040" cy="1037590"/>
            </a:xfrm>
            <a:custGeom>
              <a:avLst/>
              <a:gdLst/>
              <a:ahLst/>
              <a:cxnLst/>
              <a:rect l="l" t="t" r="r" b="b"/>
              <a:pathLst>
                <a:path w="11242040" h="1037590" extrusionOk="0">
                  <a:moveTo>
                    <a:pt x="11241584" y="0"/>
                  </a:moveTo>
                  <a:lnTo>
                    <a:pt x="0" y="0"/>
                  </a:lnTo>
                  <a:lnTo>
                    <a:pt x="0" y="1037132"/>
                  </a:lnTo>
                  <a:lnTo>
                    <a:pt x="11241584" y="0"/>
                  </a:lnTo>
                  <a:close/>
                </a:path>
              </a:pathLst>
            </a:custGeom>
            <a:solidFill>
              <a:srgbClr val="00A2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19" name="Google Shape;619;gf9645b2320_6_610"/>
            <p:cNvSpPr/>
            <p:nvPr/>
          </p:nvSpPr>
          <p:spPr>
            <a:xfrm>
              <a:off x="0" y="0"/>
              <a:ext cx="11242675" cy="1037590"/>
            </a:xfrm>
            <a:custGeom>
              <a:avLst/>
              <a:gdLst/>
              <a:ahLst/>
              <a:cxnLst/>
              <a:rect l="l" t="t" r="r" b="b"/>
              <a:pathLst>
                <a:path w="11242675" h="1037590" extrusionOk="0">
                  <a:moveTo>
                    <a:pt x="11242098" y="0"/>
                  </a:moveTo>
                  <a:lnTo>
                    <a:pt x="0" y="1037174"/>
                  </a:lnTo>
                </a:path>
              </a:pathLst>
            </a:custGeom>
            <a:noFill/>
            <a:ln w="554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0" name="Google Shape;620;gf9645b2320_6_610"/>
            <p:cNvSpPr/>
            <p:nvPr/>
          </p:nvSpPr>
          <p:spPr>
            <a:xfrm>
              <a:off x="0" y="0"/>
              <a:ext cx="11998325" cy="568325"/>
            </a:xfrm>
            <a:custGeom>
              <a:avLst/>
              <a:gdLst/>
              <a:ahLst/>
              <a:cxnLst/>
              <a:rect l="l" t="t" r="r" b="b"/>
              <a:pathLst>
                <a:path w="11998325" h="568325" extrusionOk="0">
                  <a:moveTo>
                    <a:pt x="11997938" y="0"/>
                  </a:moveTo>
                  <a:lnTo>
                    <a:pt x="2949786" y="0"/>
                  </a:lnTo>
                  <a:lnTo>
                    <a:pt x="0" y="567161"/>
                  </a:lnTo>
                  <a:lnTo>
                    <a:pt x="0" y="568317"/>
                  </a:lnTo>
                  <a:lnTo>
                    <a:pt x="11997938" y="0"/>
                  </a:lnTo>
                  <a:close/>
                </a:path>
              </a:pathLst>
            </a:custGeom>
            <a:solidFill>
              <a:srgbClr val="0052A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1" name="Google Shape;621;gf9645b2320_6_610"/>
            <p:cNvSpPr/>
            <p:nvPr/>
          </p:nvSpPr>
          <p:spPr>
            <a:xfrm>
              <a:off x="5620000" y="0"/>
              <a:ext cx="4999355" cy="236854"/>
            </a:xfrm>
            <a:custGeom>
              <a:avLst/>
              <a:gdLst/>
              <a:ahLst/>
              <a:cxnLst/>
              <a:rect l="l" t="t" r="r" b="b"/>
              <a:pathLst>
                <a:path w="4999355" h="236854" extrusionOk="0">
                  <a:moveTo>
                    <a:pt x="4999123" y="0"/>
                  </a:moveTo>
                  <a:lnTo>
                    <a:pt x="1231476" y="0"/>
                  </a:lnTo>
                  <a:lnTo>
                    <a:pt x="0" y="236776"/>
                  </a:lnTo>
                  <a:lnTo>
                    <a:pt x="4999123" y="0"/>
                  </a:lnTo>
                  <a:close/>
                </a:path>
              </a:pathLst>
            </a:custGeom>
            <a:solidFill>
              <a:srgbClr val="00A2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</p:grpSp>
      <p:sp>
        <p:nvSpPr>
          <p:cNvPr id="622" name="Google Shape;622;gf9645b2320_6_610"/>
          <p:cNvSpPr txBox="1"/>
          <p:nvPr/>
        </p:nvSpPr>
        <p:spPr>
          <a:xfrm>
            <a:off x="6439578" y="1054807"/>
            <a:ext cx="5483314" cy="66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 fontScale="77500" lnSpcReduction="20000"/>
          </a:bodyPr>
          <a:lstStyle/>
          <a:p>
            <a:pPr algn="just">
              <a:lnSpc>
                <a:spcPct val="115000"/>
              </a:lnSpc>
              <a:buClr>
                <a:srgbClr val="094697"/>
              </a:buClr>
              <a:buSzPts val="1480"/>
            </a:pPr>
            <a:r>
              <a:rPr lang="ru-RU" sz="1600" b="0" i="0" dirty="0">
                <a:solidFill>
                  <a:srgbClr val="7F7F7F"/>
                </a:solidFill>
                <a:effectLst/>
                <a:latin typeface="Open Sans"/>
                <a:ea typeface="Open Sans"/>
                <a:cs typeface="Open Sans"/>
              </a:rPr>
              <a:t>Отрасль (ОКВЭД ). 72.19 Научные исследования и разработки в области естественных и технических наук прочие</a:t>
            </a:r>
            <a:endParaRPr lang="ru-RU" sz="1600" dirty="0">
              <a:solidFill>
                <a:srgbClr val="7F7F7F"/>
              </a:solidFill>
              <a:latin typeface="Open Sans"/>
              <a:ea typeface="Open Sans"/>
              <a:cs typeface="Open Sans"/>
            </a:endParaRPr>
          </a:p>
        </p:txBody>
      </p:sp>
      <p:grpSp>
        <p:nvGrpSpPr>
          <p:cNvPr id="624" name="Google Shape;624;gf9645b2320_6_610"/>
          <p:cNvGrpSpPr/>
          <p:nvPr/>
        </p:nvGrpSpPr>
        <p:grpSpPr>
          <a:xfrm>
            <a:off x="2248755" y="956926"/>
            <a:ext cx="773527" cy="773527"/>
            <a:chOff x="4698101" y="6662812"/>
            <a:chExt cx="1403350" cy="1403350"/>
          </a:xfrm>
        </p:grpSpPr>
        <p:sp>
          <p:nvSpPr>
            <p:cNvPr id="625" name="Google Shape;625;gf9645b2320_6_610"/>
            <p:cNvSpPr/>
            <p:nvPr/>
          </p:nvSpPr>
          <p:spPr>
            <a:xfrm>
              <a:off x="4698101" y="6662812"/>
              <a:ext cx="1403350" cy="1403350"/>
            </a:xfrm>
            <a:custGeom>
              <a:avLst/>
              <a:gdLst/>
              <a:ahLst/>
              <a:cxnLst/>
              <a:rect l="l" t="t" r="r" b="b"/>
              <a:pathLst>
                <a:path w="1403350" h="1403350" extrusionOk="0">
                  <a:moveTo>
                    <a:pt x="701545" y="0"/>
                  </a:moveTo>
                  <a:lnTo>
                    <a:pt x="653512" y="1618"/>
                  </a:lnTo>
                  <a:lnTo>
                    <a:pt x="606348" y="6404"/>
                  </a:lnTo>
                  <a:lnTo>
                    <a:pt x="560158" y="14253"/>
                  </a:lnTo>
                  <a:lnTo>
                    <a:pt x="515045" y="25060"/>
                  </a:lnTo>
                  <a:lnTo>
                    <a:pt x="471114" y="38721"/>
                  </a:lnTo>
                  <a:lnTo>
                    <a:pt x="428470" y="55132"/>
                  </a:lnTo>
                  <a:lnTo>
                    <a:pt x="387217" y="74187"/>
                  </a:lnTo>
                  <a:lnTo>
                    <a:pt x="347460" y="95783"/>
                  </a:lnTo>
                  <a:lnTo>
                    <a:pt x="309303" y="119815"/>
                  </a:lnTo>
                  <a:lnTo>
                    <a:pt x="272850" y="146178"/>
                  </a:lnTo>
                  <a:lnTo>
                    <a:pt x="238206" y="174768"/>
                  </a:lnTo>
                  <a:lnTo>
                    <a:pt x="205476" y="205481"/>
                  </a:lnTo>
                  <a:lnTo>
                    <a:pt x="174764" y="238211"/>
                  </a:lnTo>
                  <a:lnTo>
                    <a:pt x="146174" y="272855"/>
                  </a:lnTo>
                  <a:lnTo>
                    <a:pt x="119811" y="309308"/>
                  </a:lnTo>
                  <a:lnTo>
                    <a:pt x="95780" y="347465"/>
                  </a:lnTo>
                  <a:lnTo>
                    <a:pt x="74185" y="387223"/>
                  </a:lnTo>
                  <a:lnTo>
                    <a:pt x="55130" y="428475"/>
                  </a:lnTo>
                  <a:lnTo>
                    <a:pt x="38720" y="471119"/>
                  </a:lnTo>
                  <a:lnTo>
                    <a:pt x="25059" y="515049"/>
                  </a:lnTo>
                  <a:lnTo>
                    <a:pt x="14252" y="560161"/>
                  </a:lnTo>
                  <a:lnTo>
                    <a:pt x="6404" y="606351"/>
                  </a:lnTo>
                  <a:lnTo>
                    <a:pt x="1618" y="653514"/>
                  </a:lnTo>
                  <a:lnTo>
                    <a:pt x="0" y="701545"/>
                  </a:lnTo>
                  <a:lnTo>
                    <a:pt x="1618" y="749577"/>
                  </a:lnTo>
                  <a:lnTo>
                    <a:pt x="6404" y="796741"/>
                  </a:lnTo>
                  <a:lnTo>
                    <a:pt x="14252" y="842931"/>
                  </a:lnTo>
                  <a:lnTo>
                    <a:pt x="25059" y="888044"/>
                  </a:lnTo>
                  <a:lnTo>
                    <a:pt x="38720" y="931975"/>
                  </a:lnTo>
                  <a:lnTo>
                    <a:pt x="55130" y="974619"/>
                  </a:lnTo>
                  <a:lnTo>
                    <a:pt x="74185" y="1015872"/>
                  </a:lnTo>
                  <a:lnTo>
                    <a:pt x="95780" y="1055629"/>
                  </a:lnTo>
                  <a:lnTo>
                    <a:pt x="119811" y="1093787"/>
                  </a:lnTo>
                  <a:lnTo>
                    <a:pt x="146174" y="1130239"/>
                  </a:lnTo>
                  <a:lnTo>
                    <a:pt x="174764" y="1164883"/>
                  </a:lnTo>
                  <a:lnTo>
                    <a:pt x="205476" y="1197613"/>
                  </a:lnTo>
                  <a:lnTo>
                    <a:pt x="238206" y="1228325"/>
                  </a:lnTo>
                  <a:lnTo>
                    <a:pt x="272850" y="1256915"/>
                  </a:lnTo>
                  <a:lnTo>
                    <a:pt x="309303" y="1283278"/>
                  </a:lnTo>
                  <a:lnTo>
                    <a:pt x="347460" y="1307309"/>
                  </a:lnTo>
                  <a:lnTo>
                    <a:pt x="387217" y="1328904"/>
                  </a:lnTo>
                  <a:lnTo>
                    <a:pt x="428470" y="1347959"/>
                  </a:lnTo>
                  <a:lnTo>
                    <a:pt x="471114" y="1364369"/>
                  </a:lnTo>
                  <a:lnTo>
                    <a:pt x="515045" y="1378030"/>
                  </a:lnTo>
                  <a:lnTo>
                    <a:pt x="560158" y="1388837"/>
                  </a:lnTo>
                  <a:lnTo>
                    <a:pt x="606348" y="1396686"/>
                  </a:lnTo>
                  <a:lnTo>
                    <a:pt x="653512" y="1401471"/>
                  </a:lnTo>
                  <a:lnTo>
                    <a:pt x="701545" y="1403090"/>
                  </a:lnTo>
                  <a:lnTo>
                    <a:pt x="749577" y="1401471"/>
                  </a:lnTo>
                  <a:lnTo>
                    <a:pt x="796741" y="1396686"/>
                  </a:lnTo>
                  <a:lnTo>
                    <a:pt x="842931" y="1388837"/>
                  </a:lnTo>
                  <a:lnTo>
                    <a:pt x="888044" y="1378030"/>
                  </a:lnTo>
                  <a:lnTo>
                    <a:pt x="931975" y="1364369"/>
                  </a:lnTo>
                  <a:lnTo>
                    <a:pt x="974619" y="1347959"/>
                  </a:lnTo>
                  <a:lnTo>
                    <a:pt x="1015872" y="1328904"/>
                  </a:lnTo>
                  <a:lnTo>
                    <a:pt x="1055629" y="1307309"/>
                  </a:lnTo>
                  <a:lnTo>
                    <a:pt x="1093787" y="1283278"/>
                  </a:lnTo>
                  <a:lnTo>
                    <a:pt x="1130239" y="1256915"/>
                  </a:lnTo>
                  <a:lnTo>
                    <a:pt x="1164883" y="1228325"/>
                  </a:lnTo>
                  <a:lnTo>
                    <a:pt x="1197613" y="1197613"/>
                  </a:lnTo>
                  <a:lnTo>
                    <a:pt x="1228325" y="1164883"/>
                  </a:lnTo>
                  <a:lnTo>
                    <a:pt x="1256915" y="1130239"/>
                  </a:lnTo>
                  <a:lnTo>
                    <a:pt x="1283278" y="1093787"/>
                  </a:lnTo>
                  <a:lnTo>
                    <a:pt x="1307309" y="1055629"/>
                  </a:lnTo>
                  <a:lnTo>
                    <a:pt x="1328904" y="1015872"/>
                  </a:lnTo>
                  <a:lnTo>
                    <a:pt x="1347959" y="974619"/>
                  </a:lnTo>
                  <a:lnTo>
                    <a:pt x="1364369" y="931975"/>
                  </a:lnTo>
                  <a:lnTo>
                    <a:pt x="1378030" y="888044"/>
                  </a:lnTo>
                  <a:lnTo>
                    <a:pt x="1388837" y="842931"/>
                  </a:lnTo>
                  <a:lnTo>
                    <a:pt x="1396686" y="796741"/>
                  </a:lnTo>
                  <a:lnTo>
                    <a:pt x="1401471" y="749577"/>
                  </a:lnTo>
                  <a:lnTo>
                    <a:pt x="1403090" y="701545"/>
                  </a:lnTo>
                  <a:lnTo>
                    <a:pt x="1401471" y="653514"/>
                  </a:lnTo>
                  <a:lnTo>
                    <a:pt x="1396686" y="606351"/>
                  </a:lnTo>
                  <a:lnTo>
                    <a:pt x="1388837" y="560161"/>
                  </a:lnTo>
                  <a:lnTo>
                    <a:pt x="1378030" y="515049"/>
                  </a:lnTo>
                  <a:lnTo>
                    <a:pt x="1364369" y="471119"/>
                  </a:lnTo>
                  <a:lnTo>
                    <a:pt x="1347959" y="428475"/>
                  </a:lnTo>
                  <a:lnTo>
                    <a:pt x="1328904" y="387223"/>
                  </a:lnTo>
                  <a:lnTo>
                    <a:pt x="1307309" y="347465"/>
                  </a:lnTo>
                  <a:lnTo>
                    <a:pt x="1283278" y="309308"/>
                  </a:lnTo>
                  <a:lnTo>
                    <a:pt x="1256915" y="272855"/>
                  </a:lnTo>
                  <a:lnTo>
                    <a:pt x="1228325" y="238211"/>
                  </a:lnTo>
                  <a:lnTo>
                    <a:pt x="1197613" y="205481"/>
                  </a:lnTo>
                  <a:lnTo>
                    <a:pt x="1164883" y="174768"/>
                  </a:lnTo>
                  <a:lnTo>
                    <a:pt x="1130239" y="146178"/>
                  </a:lnTo>
                  <a:lnTo>
                    <a:pt x="1093787" y="119815"/>
                  </a:lnTo>
                  <a:lnTo>
                    <a:pt x="1055629" y="95783"/>
                  </a:lnTo>
                  <a:lnTo>
                    <a:pt x="1015872" y="74187"/>
                  </a:lnTo>
                  <a:lnTo>
                    <a:pt x="974619" y="55132"/>
                  </a:lnTo>
                  <a:lnTo>
                    <a:pt x="931975" y="38721"/>
                  </a:lnTo>
                  <a:lnTo>
                    <a:pt x="888044" y="25060"/>
                  </a:lnTo>
                  <a:lnTo>
                    <a:pt x="842931" y="14253"/>
                  </a:lnTo>
                  <a:lnTo>
                    <a:pt x="796741" y="6404"/>
                  </a:lnTo>
                  <a:lnTo>
                    <a:pt x="749577" y="1618"/>
                  </a:lnTo>
                  <a:lnTo>
                    <a:pt x="701545" y="0"/>
                  </a:lnTo>
                  <a:close/>
                </a:path>
              </a:pathLst>
            </a:custGeom>
            <a:solidFill>
              <a:srgbClr val="EF3B2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6" name="Google Shape;626;gf9645b2320_6_610"/>
            <p:cNvSpPr/>
            <p:nvPr/>
          </p:nvSpPr>
          <p:spPr>
            <a:xfrm>
              <a:off x="5062425" y="7066075"/>
              <a:ext cx="717550" cy="644525"/>
            </a:xfrm>
            <a:custGeom>
              <a:avLst/>
              <a:gdLst/>
              <a:ahLst/>
              <a:cxnLst/>
              <a:rect l="l" t="t" r="r" b="b"/>
              <a:pathLst>
                <a:path w="717550" h="644525" extrusionOk="0">
                  <a:moveTo>
                    <a:pt x="236549" y="167366"/>
                  </a:moveTo>
                  <a:lnTo>
                    <a:pt x="231812" y="169829"/>
                  </a:lnTo>
                  <a:lnTo>
                    <a:pt x="227063" y="172103"/>
                  </a:lnTo>
                  <a:lnTo>
                    <a:pt x="224223" y="177029"/>
                  </a:lnTo>
                  <a:lnTo>
                    <a:pt x="224223" y="280326"/>
                  </a:lnTo>
                  <a:lnTo>
                    <a:pt x="6257" y="280326"/>
                  </a:lnTo>
                  <a:lnTo>
                    <a:pt x="0" y="286571"/>
                  </a:lnTo>
                  <a:lnTo>
                    <a:pt x="0" y="638154"/>
                  </a:lnTo>
                  <a:lnTo>
                    <a:pt x="6257" y="644411"/>
                  </a:lnTo>
                  <a:lnTo>
                    <a:pt x="711119" y="644411"/>
                  </a:lnTo>
                  <a:lnTo>
                    <a:pt x="717377" y="638154"/>
                  </a:lnTo>
                  <a:lnTo>
                    <a:pt x="717377" y="616542"/>
                  </a:lnTo>
                  <a:lnTo>
                    <a:pt x="28057" y="616542"/>
                  </a:lnTo>
                  <a:lnTo>
                    <a:pt x="28057" y="308359"/>
                  </a:lnTo>
                  <a:lnTo>
                    <a:pt x="252268" y="308359"/>
                  </a:lnTo>
                  <a:lnTo>
                    <a:pt x="252268" y="209622"/>
                  </a:lnTo>
                  <a:lnTo>
                    <a:pt x="300119" y="209622"/>
                  </a:lnTo>
                  <a:lnTo>
                    <a:pt x="242229" y="167743"/>
                  </a:lnTo>
                  <a:lnTo>
                    <a:pt x="236549" y="167366"/>
                  </a:lnTo>
                  <a:close/>
                </a:path>
                <a:path w="717550" h="644525" extrusionOk="0">
                  <a:moveTo>
                    <a:pt x="252268" y="308359"/>
                  </a:moveTo>
                  <a:lnTo>
                    <a:pt x="224223" y="308359"/>
                  </a:lnTo>
                  <a:lnTo>
                    <a:pt x="224223" y="336228"/>
                  </a:lnTo>
                  <a:lnTo>
                    <a:pt x="138554" y="336228"/>
                  </a:lnTo>
                  <a:lnTo>
                    <a:pt x="132109" y="342485"/>
                  </a:lnTo>
                  <a:lnTo>
                    <a:pt x="132109" y="358028"/>
                  </a:lnTo>
                  <a:lnTo>
                    <a:pt x="138554" y="364286"/>
                  </a:lnTo>
                  <a:lnTo>
                    <a:pt x="224223" y="364286"/>
                  </a:lnTo>
                  <a:lnTo>
                    <a:pt x="224223" y="392331"/>
                  </a:lnTo>
                  <a:lnTo>
                    <a:pt x="138554" y="392331"/>
                  </a:lnTo>
                  <a:lnTo>
                    <a:pt x="132109" y="398588"/>
                  </a:lnTo>
                  <a:lnTo>
                    <a:pt x="132109" y="414119"/>
                  </a:lnTo>
                  <a:lnTo>
                    <a:pt x="138554" y="420376"/>
                  </a:lnTo>
                  <a:lnTo>
                    <a:pt x="224223" y="420376"/>
                  </a:lnTo>
                  <a:lnTo>
                    <a:pt x="224223" y="448434"/>
                  </a:lnTo>
                  <a:lnTo>
                    <a:pt x="179114" y="448434"/>
                  </a:lnTo>
                  <a:lnTo>
                    <a:pt x="172669" y="454691"/>
                  </a:lnTo>
                  <a:lnTo>
                    <a:pt x="172669" y="470046"/>
                  </a:lnTo>
                  <a:lnTo>
                    <a:pt x="179114" y="476291"/>
                  </a:lnTo>
                  <a:lnTo>
                    <a:pt x="224223" y="476291"/>
                  </a:lnTo>
                  <a:lnTo>
                    <a:pt x="224223" y="504336"/>
                  </a:lnTo>
                  <a:lnTo>
                    <a:pt x="138554" y="504336"/>
                  </a:lnTo>
                  <a:lnTo>
                    <a:pt x="132109" y="510593"/>
                  </a:lnTo>
                  <a:lnTo>
                    <a:pt x="132109" y="526136"/>
                  </a:lnTo>
                  <a:lnTo>
                    <a:pt x="138554" y="532394"/>
                  </a:lnTo>
                  <a:lnTo>
                    <a:pt x="224223" y="532394"/>
                  </a:lnTo>
                  <a:lnTo>
                    <a:pt x="224223" y="560439"/>
                  </a:lnTo>
                  <a:lnTo>
                    <a:pt x="138554" y="560439"/>
                  </a:lnTo>
                  <a:lnTo>
                    <a:pt x="132109" y="566696"/>
                  </a:lnTo>
                  <a:lnTo>
                    <a:pt x="132109" y="582239"/>
                  </a:lnTo>
                  <a:lnTo>
                    <a:pt x="138554" y="588484"/>
                  </a:lnTo>
                  <a:lnTo>
                    <a:pt x="224223" y="588484"/>
                  </a:lnTo>
                  <a:lnTo>
                    <a:pt x="224223" y="616542"/>
                  </a:lnTo>
                  <a:lnTo>
                    <a:pt x="252268" y="616542"/>
                  </a:lnTo>
                  <a:lnTo>
                    <a:pt x="252268" y="308359"/>
                  </a:lnTo>
                  <a:close/>
                </a:path>
                <a:path w="717550" h="644525" extrusionOk="0">
                  <a:moveTo>
                    <a:pt x="610146" y="209622"/>
                  </a:moveTo>
                  <a:lnTo>
                    <a:pt x="562336" y="209622"/>
                  </a:lnTo>
                  <a:lnTo>
                    <a:pt x="689331" y="301360"/>
                  </a:lnTo>
                  <a:lnTo>
                    <a:pt x="689331" y="616542"/>
                  </a:lnTo>
                  <a:lnTo>
                    <a:pt x="717377" y="616542"/>
                  </a:lnTo>
                  <a:lnTo>
                    <a:pt x="717377" y="289800"/>
                  </a:lnTo>
                  <a:lnTo>
                    <a:pt x="715090" y="285628"/>
                  </a:lnTo>
                  <a:lnTo>
                    <a:pt x="711496" y="282977"/>
                  </a:lnTo>
                  <a:lnTo>
                    <a:pt x="610146" y="209622"/>
                  </a:lnTo>
                  <a:close/>
                </a:path>
                <a:path w="717550" h="644525" extrusionOk="0">
                  <a:moveTo>
                    <a:pt x="300119" y="209622"/>
                  </a:moveTo>
                  <a:lnTo>
                    <a:pt x="252268" y="209622"/>
                  </a:lnTo>
                  <a:lnTo>
                    <a:pt x="389303" y="308748"/>
                  </a:lnTo>
                  <a:lnTo>
                    <a:pt x="394982" y="309125"/>
                  </a:lnTo>
                  <a:lnTo>
                    <a:pt x="399531" y="306662"/>
                  </a:lnTo>
                  <a:lnTo>
                    <a:pt x="404268" y="304388"/>
                  </a:lnTo>
                  <a:lnTo>
                    <a:pt x="407296" y="299463"/>
                  </a:lnTo>
                  <a:lnTo>
                    <a:pt x="407296" y="266869"/>
                  </a:lnTo>
                  <a:lnTo>
                    <a:pt x="379251" y="266869"/>
                  </a:lnTo>
                  <a:lnTo>
                    <a:pt x="300119" y="209622"/>
                  </a:lnTo>
                  <a:close/>
                </a:path>
                <a:path w="717550" h="644525" extrusionOk="0">
                  <a:moveTo>
                    <a:pt x="455159" y="209622"/>
                  </a:moveTo>
                  <a:lnTo>
                    <a:pt x="407296" y="209622"/>
                  </a:lnTo>
                  <a:lnTo>
                    <a:pt x="539970" y="305720"/>
                  </a:lnTo>
                  <a:lnTo>
                    <a:pt x="544343" y="308748"/>
                  </a:lnTo>
                  <a:lnTo>
                    <a:pt x="550023" y="309125"/>
                  </a:lnTo>
                  <a:lnTo>
                    <a:pt x="554571" y="306662"/>
                  </a:lnTo>
                  <a:lnTo>
                    <a:pt x="559308" y="304388"/>
                  </a:lnTo>
                  <a:lnTo>
                    <a:pt x="562336" y="299463"/>
                  </a:lnTo>
                  <a:lnTo>
                    <a:pt x="562336" y="266869"/>
                  </a:lnTo>
                  <a:lnTo>
                    <a:pt x="534291" y="266869"/>
                  </a:lnTo>
                  <a:lnTo>
                    <a:pt x="455159" y="209622"/>
                  </a:lnTo>
                  <a:close/>
                </a:path>
                <a:path w="717550" h="644525" extrusionOk="0">
                  <a:moveTo>
                    <a:pt x="170206" y="0"/>
                  </a:moveTo>
                  <a:lnTo>
                    <a:pt x="82087" y="0"/>
                  </a:lnTo>
                  <a:lnTo>
                    <a:pt x="76006" y="5880"/>
                  </a:lnTo>
                  <a:lnTo>
                    <a:pt x="75440" y="13080"/>
                  </a:lnTo>
                  <a:lnTo>
                    <a:pt x="57057" y="280326"/>
                  </a:lnTo>
                  <a:lnTo>
                    <a:pt x="85115" y="280326"/>
                  </a:lnTo>
                  <a:lnTo>
                    <a:pt x="87000" y="252281"/>
                  </a:lnTo>
                  <a:lnTo>
                    <a:pt x="124720" y="252281"/>
                  </a:lnTo>
                  <a:lnTo>
                    <a:pt x="130978" y="246023"/>
                  </a:lnTo>
                  <a:lnTo>
                    <a:pt x="130978" y="230468"/>
                  </a:lnTo>
                  <a:lnTo>
                    <a:pt x="124720" y="224223"/>
                  </a:lnTo>
                  <a:lnTo>
                    <a:pt x="88910" y="224223"/>
                  </a:lnTo>
                  <a:lnTo>
                    <a:pt x="102543" y="28057"/>
                  </a:lnTo>
                  <a:lnTo>
                    <a:pt x="177870" y="28057"/>
                  </a:lnTo>
                  <a:lnTo>
                    <a:pt x="176840" y="13080"/>
                  </a:lnTo>
                  <a:lnTo>
                    <a:pt x="176275" y="5880"/>
                  </a:lnTo>
                  <a:lnTo>
                    <a:pt x="170206" y="0"/>
                  </a:lnTo>
                  <a:close/>
                </a:path>
                <a:path w="717550" h="644525" extrusionOk="0">
                  <a:moveTo>
                    <a:pt x="177870" y="28057"/>
                  </a:moveTo>
                  <a:lnTo>
                    <a:pt x="149737" y="28057"/>
                  </a:lnTo>
                  <a:lnTo>
                    <a:pt x="167178" y="280326"/>
                  </a:lnTo>
                  <a:lnTo>
                    <a:pt x="195223" y="280326"/>
                  </a:lnTo>
                  <a:lnTo>
                    <a:pt x="177870" y="28057"/>
                  </a:lnTo>
                  <a:close/>
                </a:path>
                <a:path w="717550" h="644525" extrusionOk="0">
                  <a:moveTo>
                    <a:pt x="391565" y="167366"/>
                  </a:moveTo>
                  <a:lnTo>
                    <a:pt x="386828" y="169829"/>
                  </a:lnTo>
                  <a:lnTo>
                    <a:pt x="382090" y="172103"/>
                  </a:lnTo>
                  <a:lnTo>
                    <a:pt x="379251" y="177029"/>
                  </a:lnTo>
                  <a:lnTo>
                    <a:pt x="379251" y="266869"/>
                  </a:lnTo>
                  <a:lnTo>
                    <a:pt x="407296" y="266869"/>
                  </a:lnTo>
                  <a:lnTo>
                    <a:pt x="407296" y="209622"/>
                  </a:lnTo>
                  <a:lnTo>
                    <a:pt x="455159" y="209622"/>
                  </a:lnTo>
                  <a:lnTo>
                    <a:pt x="397269" y="167743"/>
                  </a:lnTo>
                  <a:lnTo>
                    <a:pt x="391565" y="167366"/>
                  </a:lnTo>
                  <a:close/>
                </a:path>
                <a:path w="717550" h="644525" extrusionOk="0">
                  <a:moveTo>
                    <a:pt x="546605" y="167366"/>
                  </a:moveTo>
                  <a:lnTo>
                    <a:pt x="541868" y="169829"/>
                  </a:lnTo>
                  <a:lnTo>
                    <a:pt x="537131" y="172103"/>
                  </a:lnTo>
                  <a:lnTo>
                    <a:pt x="534291" y="177029"/>
                  </a:lnTo>
                  <a:lnTo>
                    <a:pt x="534291" y="266869"/>
                  </a:lnTo>
                  <a:lnTo>
                    <a:pt x="562336" y="266869"/>
                  </a:lnTo>
                  <a:lnTo>
                    <a:pt x="562336" y="209622"/>
                  </a:lnTo>
                  <a:lnTo>
                    <a:pt x="610146" y="209622"/>
                  </a:lnTo>
                  <a:lnTo>
                    <a:pt x="552284" y="167743"/>
                  </a:lnTo>
                  <a:lnTo>
                    <a:pt x="546605" y="1673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7" name="Google Shape;627;gf9645b2320_6_610"/>
            <p:cNvSpPr/>
            <p:nvPr/>
          </p:nvSpPr>
          <p:spPr>
            <a:xfrm>
              <a:off x="5575306" y="7458407"/>
              <a:ext cx="84000" cy="84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8" name="Google Shape;628;gf9645b2320_6_610"/>
            <p:cNvSpPr/>
            <p:nvPr/>
          </p:nvSpPr>
          <p:spPr>
            <a:xfrm>
              <a:off x="5178044" y="6991838"/>
              <a:ext cx="349250" cy="662940"/>
            </a:xfrm>
            <a:custGeom>
              <a:avLst/>
              <a:gdLst/>
              <a:ahLst/>
              <a:cxnLst/>
              <a:rect l="l" t="t" r="r" b="b"/>
              <a:pathLst>
                <a:path w="349250" h="662940" extrusionOk="0">
                  <a:moveTo>
                    <a:pt x="322757" y="39370"/>
                  </a:moveTo>
                  <a:lnTo>
                    <a:pt x="312724" y="29337"/>
                  </a:lnTo>
                  <a:lnTo>
                    <a:pt x="304380" y="29337"/>
                  </a:lnTo>
                  <a:lnTo>
                    <a:pt x="299262" y="34264"/>
                  </a:lnTo>
                  <a:lnTo>
                    <a:pt x="285445" y="45720"/>
                  </a:lnTo>
                  <a:lnTo>
                    <a:pt x="269836" y="54089"/>
                  </a:lnTo>
                  <a:lnTo>
                    <a:pt x="252882" y="59232"/>
                  </a:lnTo>
                  <a:lnTo>
                    <a:pt x="235013" y="60985"/>
                  </a:lnTo>
                  <a:lnTo>
                    <a:pt x="217131" y="59232"/>
                  </a:lnTo>
                  <a:lnTo>
                    <a:pt x="200164" y="54089"/>
                  </a:lnTo>
                  <a:lnTo>
                    <a:pt x="184505" y="45720"/>
                  </a:lnTo>
                  <a:lnTo>
                    <a:pt x="170586" y="34264"/>
                  </a:lnTo>
                  <a:lnTo>
                    <a:pt x="131876" y="8572"/>
                  </a:lnTo>
                  <a:lnTo>
                    <a:pt x="87845" y="0"/>
                  </a:lnTo>
                  <a:lnTo>
                    <a:pt x="43815" y="8572"/>
                  </a:lnTo>
                  <a:lnTo>
                    <a:pt x="5118" y="34264"/>
                  </a:lnTo>
                  <a:lnTo>
                    <a:pt x="0" y="39370"/>
                  </a:lnTo>
                  <a:lnTo>
                    <a:pt x="0" y="47713"/>
                  </a:lnTo>
                  <a:lnTo>
                    <a:pt x="10223" y="57759"/>
                  </a:lnTo>
                  <a:lnTo>
                    <a:pt x="18389" y="57759"/>
                  </a:lnTo>
                  <a:lnTo>
                    <a:pt x="23507" y="52641"/>
                  </a:lnTo>
                  <a:lnTo>
                    <a:pt x="37731" y="41071"/>
                  </a:lnTo>
                  <a:lnTo>
                    <a:pt x="53568" y="32778"/>
                  </a:lnTo>
                  <a:lnTo>
                    <a:pt x="70434" y="27787"/>
                  </a:lnTo>
                  <a:lnTo>
                    <a:pt x="87757" y="26123"/>
                  </a:lnTo>
                  <a:lnTo>
                    <a:pt x="105232" y="27787"/>
                  </a:lnTo>
                  <a:lnTo>
                    <a:pt x="122097" y="32778"/>
                  </a:lnTo>
                  <a:lnTo>
                    <a:pt x="137909" y="41071"/>
                  </a:lnTo>
                  <a:lnTo>
                    <a:pt x="170091" y="67360"/>
                  </a:lnTo>
                  <a:lnTo>
                    <a:pt x="190195" y="78117"/>
                  </a:lnTo>
                  <a:lnTo>
                    <a:pt x="212001" y="84709"/>
                  </a:lnTo>
                  <a:lnTo>
                    <a:pt x="235013" y="86944"/>
                  </a:lnTo>
                  <a:lnTo>
                    <a:pt x="258025" y="84709"/>
                  </a:lnTo>
                  <a:lnTo>
                    <a:pt x="279819" y="78117"/>
                  </a:lnTo>
                  <a:lnTo>
                    <a:pt x="299859" y="67360"/>
                  </a:lnTo>
                  <a:lnTo>
                    <a:pt x="317639" y="52641"/>
                  </a:lnTo>
                  <a:lnTo>
                    <a:pt x="322757" y="47713"/>
                  </a:lnTo>
                  <a:lnTo>
                    <a:pt x="322757" y="39370"/>
                  </a:lnTo>
                  <a:close/>
                </a:path>
                <a:path w="349250" h="662940" extrusionOk="0">
                  <a:moveTo>
                    <a:pt x="349110" y="640943"/>
                  </a:moveTo>
                  <a:lnTo>
                    <a:pt x="342861" y="634682"/>
                  </a:lnTo>
                  <a:lnTo>
                    <a:pt x="326936" y="634682"/>
                  </a:lnTo>
                  <a:lnTo>
                    <a:pt x="320687" y="640943"/>
                  </a:lnTo>
                  <a:lnTo>
                    <a:pt x="320687" y="656488"/>
                  </a:lnTo>
                  <a:lnTo>
                    <a:pt x="326936" y="662724"/>
                  </a:lnTo>
                  <a:lnTo>
                    <a:pt x="342861" y="662724"/>
                  </a:lnTo>
                  <a:lnTo>
                    <a:pt x="349110" y="656488"/>
                  </a:lnTo>
                  <a:lnTo>
                    <a:pt x="349110" y="6409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9" name="Google Shape;629;gf9645b2320_6_610"/>
            <p:cNvSpPr/>
            <p:nvPr/>
          </p:nvSpPr>
          <p:spPr>
            <a:xfrm>
              <a:off x="5407186" y="7458407"/>
              <a:ext cx="84000" cy="84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0" name="Google Shape;630;gf9645b2320_6_610"/>
            <p:cNvSpPr/>
            <p:nvPr/>
          </p:nvSpPr>
          <p:spPr>
            <a:xfrm>
              <a:off x="5194541" y="7514519"/>
              <a:ext cx="292100" cy="140334"/>
            </a:xfrm>
            <a:custGeom>
              <a:avLst/>
              <a:gdLst/>
              <a:ahLst/>
              <a:cxnLst/>
              <a:rect l="l" t="t" r="r" b="b"/>
              <a:pathLst>
                <a:path w="292100" h="140334" extrusionOk="0">
                  <a:moveTo>
                    <a:pt x="28422" y="6248"/>
                  </a:moveTo>
                  <a:lnTo>
                    <a:pt x="22161" y="0"/>
                  </a:lnTo>
                  <a:lnTo>
                    <a:pt x="6438" y="0"/>
                  </a:lnTo>
                  <a:lnTo>
                    <a:pt x="0" y="6248"/>
                  </a:lnTo>
                  <a:lnTo>
                    <a:pt x="0" y="21602"/>
                  </a:lnTo>
                  <a:lnTo>
                    <a:pt x="6438" y="27851"/>
                  </a:lnTo>
                  <a:lnTo>
                    <a:pt x="22161" y="27851"/>
                  </a:lnTo>
                  <a:lnTo>
                    <a:pt x="28422" y="21602"/>
                  </a:lnTo>
                  <a:lnTo>
                    <a:pt x="28422" y="6248"/>
                  </a:lnTo>
                  <a:close/>
                </a:path>
                <a:path w="292100" h="140334" extrusionOk="0">
                  <a:moveTo>
                    <a:pt x="292049" y="118262"/>
                  </a:moveTo>
                  <a:lnTo>
                    <a:pt x="285788" y="112001"/>
                  </a:lnTo>
                  <a:lnTo>
                    <a:pt x="218897" y="112001"/>
                  </a:lnTo>
                  <a:lnTo>
                    <a:pt x="212636" y="118262"/>
                  </a:lnTo>
                  <a:lnTo>
                    <a:pt x="212636" y="133807"/>
                  </a:lnTo>
                  <a:lnTo>
                    <a:pt x="218897" y="140042"/>
                  </a:lnTo>
                  <a:lnTo>
                    <a:pt x="285788" y="140042"/>
                  </a:lnTo>
                  <a:lnTo>
                    <a:pt x="292049" y="133807"/>
                  </a:lnTo>
                  <a:lnTo>
                    <a:pt x="292049" y="1182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</p:grpSp>
      <p:grpSp>
        <p:nvGrpSpPr>
          <p:cNvPr id="631" name="Google Shape;631;gf9645b2320_6_610"/>
          <p:cNvGrpSpPr/>
          <p:nvPr/>
        </p:nvGrpSpPr>
        <p:grpSpPr>
          <a:xfrm flipH="1">
            <a:off x="334" y="6315674"/>
            <a:ext cx="12191375" cy="1033852"/>
            <a:chOff x="0" y="8029024"/>
            <a:chExt cx="20104509" cy="3279987"/>
          </a:xfrm>
        </p:grpSpPr>
        <p:sp>
          <p:nvSpPr>
            <p:cNvPr id="632" name="Google Shape;632;gf9645b2320_6_610"/>
            <p:cNvSpPr/>
            <p:nvPr/>
          </p:nvSpPr>
          <p:spPr>
            <a:xfrm>
              <a:off x="2019682" y="8029024"/>
              <a:ext cx="18084800" cy="3279775"/>
            </a:xfrm>
            <a:custGeom>
              <a:avLst/>
              <a:gdLst/>
              <a:ahLst/>
              <a:cxnLst/>
              <a:rect l="l" t="t" r="r" b="b"/>
              <a:pathLst>
                <a:path w="18084800" h="3279775" extrusionOk="0">
                  <a:moveTo>
                    <a:pt x="18084391" y="0"/>
                  </a:moveTo>
                  <a:lnTo>
                    <a:pt x="0" y="3279531"/>
                  </a:lnTo>
                  <a:lnTo>
                    <a:pt x="18084391" y="3279531"/>
                  </a:lnTo>
                  <a:lnTo>
                    <a:pt x="18084391" y="0"/>
                  </a:lnTo>
                  <a:close/>
                </a:path>
              </a:pathLst>
            </a:custGeom>
            <a:solidFill>
              <a:srgbClr val="EF3B2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3" name="Google Shape;633;gf9645b2320_6_610"/>
            <p:cNvSpPr/>
            <p:nvPr/>
          </p:nvSpPr>
          <p:spPr>
            <a:xfrm>
              <a:off x="2019709" y="8029035"/>
              <a:ext cx="18084800" cy="3279775"/>
            </a:xfrm>
            <a:custGeom>
              <a:avLst/>
              <a:gdLst/>
              <a:ahLst/>
              <a:cxnLst/>
              <a:rect l="l" t="t" r="r" b="b"/>
              <a:pathLst>
                <a:path w="18084800" h="3279775" extrusionOk="0">
                  <a:moveTo>
                    <a:pt x="0" y="3279521"/>
                  </a:moveTo>
                  <a:lnTo>
                    <a:pt x="18084389" y="0"/>
                  </a:lnTo>
                </a:path>
              </a:pathLst>
            </a:custGeom>
            <a:noFill/>
            <a:ln w="463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4" name="Google Shape;634;gf9645b2320_6_610"/>
            <p:cNvSpPr/>
            <p:nvPr/>
          </p:nvSpPr>
          <p:spPr>
            <a:xfrm>
              <a:off x="4232616" y="9204511"/>
              <a:ext cx="15871825" cy="2104390"/>
            </a:xfrm>
            <a:custGeom>
              <a:avLst/>
              <a:gdLst/>
              <a:ahLst/>
              <a:cxnLst/>
              <a:rect l="l" t="t" r="r" b="b"/>
              <a:pathLst>
                <a:path w="15871825" h="2104390" extrusionOk="0">
                  <a:moveTo>
                    <a:pt x="15871432" y="0"/>
                  </a:moveTo>
                  <a:lnTo>
                    <a:pt x="0" y="562500"/>
                  </a:lnTo>
                  <a:lnTo>
                    <a:pt x="9173902" y="2104044"/>
                  </a:lnTo>
                  <a:lnTo>
                    <a:pt x="15871432" y="2104044"/>
                  </a:lnTo>
                  <a:lnTo>
                    <a:pt x="15871432" y="0"/>
                  </a:lnTo>
                  <a:close/>
                </a:path>
              </a:pathLst>
            </a:custGeom>
            <a:solidFill>
              <a:srgbClr val="00A2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5" name="Google Shape;635;gf9645b2320_6_610"/>
            <p:cNvSpPr/>
            <p:nvPr/>
          </p:nvSpPr>
          <p:spPr>
            <a:xfrm>
              <a:off x="4232666" y="9204508"/>
              <a:ext cx="15871825" cy="2104390"/>
            </a:xfrm>
            <a:custGeom>
              <a:avLst/>
              <a:gdLst/>
              <a:ahLst/>
              <a:cxnLst/>
              <a:rect l="l" t="t" r="r" b="b"/>
              <a:pathLst>
                <a:path w="15871825" h="2104390" extrusionOk="0">
                  <a:moveTo>
                    <a:pt x="9173933" y="2104048"/>
                  </a:moveTo>
                  <a:lnTo>
                    <a:pt x="0" y="562496"/>
                  </a:lnTo>
                  <a:lnTo>
                    <a:pt x="15871431" y="0"/>
                  </a:lnTo>
                </a:path>
              </a:pathLst>
            </a:custGeom>
            <a:noFill/>
            <a:ln w="698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6" name="Google Shape;636;gf9645b2320_6_610"/>
            <p:cNvSpPr/>
            <p:nvPr/>
          </p:nvSpPr>
          <p:spPr>
            <a:xfrm>
              <a:off x="0" y="9715796"/>
              <a:ext cx="20104100" cy="1593215"/>
            </a:xfrm>
            <a:custGeom>
              <a:avLst/>
              <a:gdLst/>
              <a:ahLst/>
              <a:cxnLst/>
              <a:rect l="l" t="t" r="r" b="b"/>
              <a:pathLst>
                <a:path w="20104100" h="1593215" extrusionOk="0">
                  <a:moveTo>
                    <a:pt x="20104062" y="0"/>
                  </a:moveTo>
                  <a:lnTo>
                    <a:pt x="0" y="2588"/>
                  </a:lnTo>
                  <a:lnTo>
                    <a:pt x="0" y="1592759"/>
                  </a:lnTo>
                  <a:lnTo>
                    <a:pt x="6359354" y="1592759"/>
                  </a:lnTo>
                  <a:lnTo>
                    <a:pt x="20104062" y="36363"/>
                  </a:lnTo>
                  <a:close/>
                </a:path>
              </a:pathLst>
            </a:custGeom>
            <a:solidFill>
              <a:srgbClr val="0052A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7" name="Google Shape;637;gf9645b2320_6_610"/>
            <p:cNvSpPr/>
            <p:nvPr/>
          </p:nvSpPr>
          <p:spPr>
            <a:xfrm>
              <a:off x="0" y="9789829"/>
              <a:ext cx="12448540" cy="1409700"/>
            </a:xfrm>
            <a:custGeom>
              <a:avLst/>
              <a:gdLst/>
              <a:ahLst/>
              <a:cxnLst/>
              <a:rect l="l" t="t" r="r" b="b"/>
              <a:pathLst>
                <a:path w="12448540" h="1409700" extrusionOk="0">
                  <a:moveTo>
                    <a:pt x="12448395" y="0"/>
                  </a:moveTo>
                  <a:lnTo>
                    <a:pt x="0" y="1583"/>
                  </a:lnTo>
                  <a:lnTo>
                    <a:pt x="0" y="1409598"/>
                  </a:lnTo>
                  <a:close/>
                </a:path>
              </a:pathLst>
            </a:custGeom>
            <a:solidFill>
              <a:srgbClr val="00A2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</p:grpSp>
      <p:sp>
        <p:nvSpPr>
          <p:cNvPr id="638" name="Google Shape;638;gf9645b2320_6_610"/>
          <p:cNvSpPr txBox="1">
            <a:spLocks noGrp="1"/>
          </p:cNvSpPr>
          <p:nvPr>
            <p:ph type="title" idx="4294967295"/>
          </p:nvPr>
        </p:nvSpPr>
        <p:spPr>
          <a:xfrm>
            <a:off x="3261875" y="1098799"/>
            <a:ext cx="3540656" cy="59331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60933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127"/>
            </a:pPr>
            <a:r>
              <a:rPr lang="ru-RU" sz="1850" b="1" dirty="0">
                <a:solidFill>
                  <a:srgbClr val="FF0000"/>
                </a:solidFill>
                <a:latin typeface="Open Sans"/>
                <a:ea typeface="Open Sans"/>
                <a:cs typeface="Open Sans"/>
              </a:rPr>
              <a:t>АО «ЦНИИ «Электрон»</a:t>
            </a:r>
            <a:br>
              <a:rPr lang="ru-RU" sz="1850" b="1" dirty="0">
                <a:solidFill>
                  <a:srgbClr val="FF0000"/>
                </a:solidFill>
                <a:latin typeface="Open Sans"/>
                <a:ea typeface="Open Sans"/>
                <a:cs typeface="Open Sans"/>
              </a:rPr>
            </a:br>
            <a:r>
              <a:rPr lang="ru-RU" sz="1850" b="1" dirty="0">
                <a:solidFill>
                  <a:srgbClr val="FF0000"/>
                </a:solidFill>
                <a:latin typeface="Open Sans"/>
                <a:ea typeface="Open Sans"/>
                <a:cs typeface="Open Sans"/>
              </a:rPr>
              <a:t>г. Санкт-Петербург</a:t>
            </a:r>
          </a:p>
        </p:txBody>
      </p:sp>
      <p:sp>
        <p:nvSpPr>
          <p:cNvPr id="640" name="Google Shape;640;gf9645b2320_6_610"/>
          <p:cNvSpPr txBox="1">
            <a:spLocks noGrp="1"/>
          </p:cNvSpPr>
          <p:nvPr>
            <p:ph type="body" idx="4294967295"/>
          </p:nvPr>
        </p:nvSpPr>
        <p:spPr>
          <a:xfrm>
            <a:off x="2093398" y="1887072"/>
            <a:ext cx="9995510" cy="7822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marL="33655" indent="0">
              <a:buNone/>
            </a:pPr>
            <a:r>
              <a:rPr lang="ru-RU" sz="1800" b="1" dirty="0">
                <a:solidFill>
                  <a:srgbClr val="084796"/>
                </a:solidFill>
                <a:latin typeface="Open Sans"/>
                <a:ea typeface="Open Sans"/>
                <a:cs typeface="Open Sans"/>
              </a:rPr>
              <a:t>«Изготовление металлостеклянного входного окна»</a:t>
            </a:r>
          </a:p>
        </p:txBody>
      </p:sp>
      <p:sp>
        <p:nvSpPr>
          <p:cNvPr id="641" name="Google Shape;641;gf9645b2320_6_610"/>
          <p:cNvSpPr txBox="1"/>
          <p:nvPr/>
        </p:nvSpPr>
        <p:spPr>
          <a:xfrm>
            <a:off x="304800" y="1916000"/>
            <a:ext cx="1456400" cy="717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Пилотный</a:t>
            </a:r>
            <a:endParaRPr sz="1533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r>
              <a:rPr lang="ru-RU" sz="1533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поток:</a:t>
            </a:r>
            <a:endParaRPr sz="1533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642" name="Google Shape;642;gf9645b2320_6_610"/>
          <p:cNvCxnSpPr/>
          <p:nvPr/>
        </p:nvCxnSpPr>
        <p:spPr>
          <a:xfrm>
            <a:off x="-1693" y="2634400"/>
            <a:ext cx="12217600" cy="0"/>
          </a:xfrm>
          <a:prstGeom prst="straightConnector1">
            <a:avLst/>
          </a:prstGeom>
          <a:noFill/>
          <a:ln w="9525" cap="flat" cmpd="sng">
            <a:solidFill>
              <a:srgbClr val="1E86C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3" name="Google Shape;643;gf9645b2320_6_610"/>
          <p:cNvCxnSpPr/>
          <p:nvPr/>
        </p:nvCxnSpPr>
        <p:spPr>
          <a:xfrm>
            <a:off x="-1693" y="1889100"/>
            <a:ext cx="12217600" cy="0"/>
          </a:xfrm>
          <a:prstGeom prst="straightConnector1">
            <a:avLst/>
          </a:prstGeom>
          <a:noFill/>
          <a:ln w="9525" cap="flat" cmpd="sng">
            <a:solidFill>
              <a:srgbClr val="1E86C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6" name="Google Shape;646;gf9645b2320_6_610"/>
          <p:cNvSpPr txBox="1"/>
          <p:nvPr/>
        </p:nvSpPr>
        <p:spPr>
          <a:xfrm>
            <a:off x="304800" y="2705301"/>
            <a:ext cx="2561200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dirty="0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Основной результат:</a:t>
            </a:r>
            <a:endParaRPr sz="1533" dirty="0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7" name="Google Shape;647;gf9645b2320_6_610"/>
          <p:cNvSpPr txBox="1"/>
          <p:nvPr/>
        </p:nvSpPr>
        <p:spPr>
          <a:xfrm>
            <a:off x="3397895" y="2698562"/>
            <a:ext cx="3412000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dirty="0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Основные мероприятия:</a:t>
            </a:r>
            <a:endParaRPr sz="1533" dirty="0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8" name="Google Shape;648;gf9645b2320_6_610"/>
          <p:cNvSpPr txBox="1"/>
          <p:nvPr/>
        </p:nvSpPr>
        <p:spPr>
          <a:xfrm>
            <a:off x="8870691" y="2686607"/>
            <a:ext cx="3412000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dirty="0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Показатели пилотного потока:</a:t>
            </a:r>
            <a:endParaRPr sz="1533" dirty="0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9" name="Google Shape;649;gf9645b2320_6_610"/>
          <p:cNvSpPr txBox="1"/>
          <p:nvPr/>
        </p:nvSpPr>
        <p:spPr>
          <a:xfrm>
            <a:off x="8935648" y="3143114"/>
            <a:ext cx="2813712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 b="1" dirty="0">
                <a:solidFill>
                  <a:srgbClr val="E6271F"/>
                </a:solidFill>
                <a:latin typeface="Montserrat"/>
                <a:ea typeface="Montserrat"/>
                <a:cs typeface="Montserrat"/>
                <a:sym typeface="Montserrat"/>
              </a:rPr>
              <a:t>ВЫРАБОТКА</a:t>
            </a:r>
            <a:r>
              <a:rPr lang="ru-RU" sz="1067" dirty="0">
                <a:latin typeface="Montserrat"/>
                <a:ea typeface="Montserrat"/>
                <a:cs typeface="Montserrat"/>
                <a:sym typeface="Montserrat"/>
              </a:rPr>
              <a:t>,   </a:t>
            </a:r>
            <a:r>
              <a:rPr lang="ru-RU" sz="1067" b="1" dirty="0">
                <a:latin typeface="Montserrat"/>
                <a:ea typeface="Montserrat"/>
                <a:cs typeface="Montserrat"/>
                <a:sym typeface="Montserrat"/>
              </a:rPr>
              <a:t>секций в месяц</a:t>
            </a:r>
            <a:endParaRPr sz="1067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52" name="Google Shape;652;gf9645b2320_6_610"/>
          <p:cNvCxnSpPr/>
          <p:nvPr/>
        </p:nvCxnSpPr>
        <p:spPr>
          <a:xfrm rot="10800000" flipH="1">
            <a:off x="9693658" y="3537000"/>
            <a:ext cx="958800" cy="603200"/>
          </a:xfrm>
          <a:prstGeom prst="straightConnector1">
            <a:avLst/>
          </a:prstGeom>
          <a:noFill/>
          <a:ln w="28575" cap="flat" cmpd="sng">
            <a:solidFill>
              <a:srgbClr val="E6271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3" name="Google Shape;653;gf9645b2320_6_610"/>
          <p:cNvSpPr txBox="1"/>
          <p:nvPr/>
        </p:nvSpPr>
        <p:spPr>
          <a:xfrm>
            <a:off x="9923091" y="3790100"/>
            <a:ext cx="1116161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600" dirty="0">
                <a:solidFill>
                  <a:srgbClr val="E6271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+67 %</a:t>
            </a:r>
            <a:endParaRPr sz="1600" dirty="0">
              <a:solidFill>
                <a:srgbClr val="E6271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54" name="Google Shape;654;gf9645b2320_6_610"/>
          <p:cNvSpPr txBox="1"/>
          <p:nvPr/>
        </p:nvSpPr>
        <p:spPr>
          <a:xfrm>
            <a:off x="9034985" y="3758030"/>
            <a:ext cx="724000" cy="57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Было</a:t>
            </a:r>
          </a:p>
          <a:p>
            <a:pPr algn="ctr">
              <a:buClr>
                <a:schemeClr val="dk1"/>
              </a:buClr>
              <a:buSzPts val="1100"/>
            </a:pPr>
            <a:r>
              <a:rPr lang="ru-RU" sz="1067" b="1" dirty="0">
                <a:solidFill>
                  <a:schemeClr val="dk1"/>
                </a:solidFill>
                <a:latin typeface="Montserrat"/>
                <a:ea typeface="Calibri"/>
                <a:cs typeface="Calibri"/>
                <a:sym typeface="Montserrat"/>
              </a:rPr>
              <a:t>5</a:t>
            </a:r>
            <a:endParaRPr sz="24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gf9645b2320_6_610"/>
          <p:cNvSpPr txBox="1"/>
          <p:nvPr/>
        </p:nvSpPr>
        <p:spPr>
          <a:xfrm>
            <a:off x="10628613" y="3290284"/>
            <a:ext cx="724000" cy="57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Стало</a:t>
            </a:r>
          </a:p>
          <a:p>
            <a:pPr algn="ctr"/>
            <a:r>
              <a:rPr lang="ru-RU" sz="1067" b="1" dirty="0">
                <a:solidFill>
                  <a:schemeClr val="dk1"/>
                </a:solidFill>
                <a:latin typeface="Montserrat"/>
                <a:ea typeface="Calibri"/>
                <a:cs typeface="Calibri"/>
                <a:sym typeface="Montserrat"/>
              </a:rPr>
              <a:t>8</a:t>
            </a:r>
            <a:endParaRPr lang="ru-RU" sz="24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gf9645b2320_6_610"/>
          <p:cNvSpPr txBox="1"/>
          <p:nvPr/>
        </p:nvSpPr>
        <p:spPr>
          <a:xfrm>
            <a:off x="8919484" y="4292629"/>
            <a:ext cx="27452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 b="1" dirty="0">
                <a:solidFill>
                  <a:srgbClr val="0052A1"/>
                </a:solidFill>
                <a:latin typeface="Montserrat"/>
                <a:ea typeface="Montserrat"/>
                <a:cs typeface="Montserrat"/>
                <a:sym typeface="Montserrat"/>
              </a:rPr>
              <a:t>ВПП , </a:t>
            </a:r>
            <a:r>
              <a:rPr lang="ru-RU" sz="1067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67" b="1" dirty="0">
                <a:latin typeface="Montserrat"/>
                <a:ea typeface="Montserrat"/>
                <a:cs typeface="Montserrat"/>
                <a:sym typeface="Montserrat"/>
              </a:rPr>
              <a:t>рабочих дней.</a:t>
            </a:r>
            <a:endParaRPr sz="1067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59" name="Google Shape;659;gf9645b2320_6_610"/>
          <p:cNvCxnSpPr/>
          <p:nvPr/>
        </p:nvCxnSpPr>
        <p:spPr>
          <a:xfrm rot="10800000" flipH="1">
            <a:off x="9693658" y="4773267"/>
            <a:ext cx="958800" cy="603200"/>
          </a:xfrm>
          <a:prstGeom prst="straightConnector1">
            <a:avLst/>
          </a:prstGeom>
          <a:noFill/>
          <a:ln w="28575" cap="flat" cmpd="sng">
            <a:solidFill>
              <a:srgbClr val="0052A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660" name="Google Shape;660;gf9645b2320_6_610"/>
          <p:cNvSpPr txBox="1"/>
          <p:nvPr/>
        </p:nvSpPr>
        <p:spPr>
          <a:xfrm>
            <a:off x="9924519" y="5026759"/>
            <a:ext cx="1096683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600" dirty="0">
                <a:solidFill>
                  <a:srgbClr val="0052A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-15 %</a:t>
            </a:r>
            <a:endParaRPr sz="1600" dirty="0">
              <a:solidFill>
                <a:srgbClr val="0052A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63" name="Google Shape;663;gf9645b2320_6_610"/>
          <p:cNvSpPr txBox="1"/>
          <p:nvPr/>
        </p:nvSpPr>
        <p:spPr>
          <a:xfrm>
            <a:off x="8919484" y="5496236"/>
            <a:ext cx="32224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067" b="1" dirty="0">
                <a:solidFill>
                  <a:srgbClr val="0052A1"/>
                </a:solidFill>
                <a:latin typeface="Montserrat"/>
                <a:ea typeface="Montserrat"/>
                <a:cs typeface="Montserrat"/>
                <a:sym typeface="Montserrat"/>
              </a:rPr>
              <a:t>Запасы в потоке, </a:t>
            </a:r>
            <a:r>
              <a:rPr lang="ru-RU" sz="1067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67" b="1" dirty="0">
                <a:latin typeface="Montserrat"/>
                <a:ea typeface="Montserrat"/>
                <a:cs typeface="Montserrat"/>
                <a:sym typeface="Montserrat"/>
              </a:rPr>
              <a:t>секций</a:t>
            </a:r>
            <a:endParaRPr sz="1067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66" name="Google Shape;666;gf9645b2320_6_610"/>
          <p:cNvCxnSpPr/>
          <p:nvPr/>
        </p:nvCxnSpPr>
        <p:spPr>
          <a:xfrm rot="10800000" flipH="1">
            <a:off x="9693658" y="6009533"/>
            <a:ext cx="958800" cy="603200"/>
          </a:xfrm>
          <a:prstGeom prst="straightConnector1">
            <a:avLst/>
          </a:prstGeom>
          <a:noFill/>
          <a:ln w="28575" cap="flat" cmpd="sng">
            <a:solidFill>
              <a:srgbClr val="0052A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667" name="Google Shape;667;gf9645b2320_6_610"/>
          <p:cNvSpPr txBox="1"/>
          <p:nvPr/>
        </p:nvSpPr>
        <p:spPr>
          <a:xfrm>
            <a:off x="9923091" y="6262633"/>
            <a:ext cx="1043865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600" dirty="0">
                <a:solidFill>
                  <a:srgbClr val="0052A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-64 %</a:t>
            </a:r>
            <a:endParaRPr sz="1600" dirty="0">
              <a:solidFill>
                <a:srgbClr val="0052A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8" name="Текст 5">
            <a:extLst>
              <a:ext uri="{FF2B5EF4-FFF2-40B4-BE49-F238E27FC236}">
                <a16:creationId xmlns:a16="http://schemas.microsoft.com/office/drawing/2014/main" id="{E847D8B6-7752-4229-BFD0-C57ACDD5265F}"/>
              </a:ext>
            </a:extLst>
          </p:cNvPr>
          <p:cNvSpPr txBox="1">
            <a:spLocks/>
          </p:cNvSpPr>
          <p:nvPr/>
        </p:nvSpPr>
        <p:spPr>
          <a:xfrm>
            <a:off x="2956462" y="3149976"/>
            <a:ext cx="5348087" cy="2554547"/>
          </a:xfrm>
          <a:prstGeom prst="rect">
            <a:avLst/>
          </a:prstGeom>
        </p:spPr>
        <p:txBody>
          <a:bodyPr vert="horz" wrap="square" lIns="91440" tIns="45721" rIns="91440" bIns="45721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1010" indent="-342900" defTabSz="121917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/>
              <a:buAutoNum type="arabicPeriod"/>
              <a:defRPr/>
            </a:pPr>
            <a:r>
              <a:rPr lang="ru-RU" sz="16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Увеличение</a:t>
            </a: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выхода годных изделий на операции </a:t>
            </a:r>
            <a:r>
              <a:rPr lang="ru-RU" sz="16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 20% </a:t>
            </a: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 счет изготовления индивидуальной технологической оснастки для операции грубая шлифовка выступа</a:t>
            </a:r>
          </a:p>
          <a:p>
            <a:pPr marL="461010" indent="-342900" defTabSz="121917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/>
              <a:buAutoNum type="arabicPeriod"/>
              <a:defRPr/>
            </a:pPr>
            <a:r>
              <a:rPr lang="ru-RU" sz="16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Сокращение перемещений</a:t>
            </a: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сотрудников, задействованных при производстве продукции </a:t>
            </a:r>
            <a:r>
              <a:rPr lang="ru-RU" sz="16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 12% за счет </a:t>
            </a: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корректировки логистики приемки продукции на контроль.</a:t>
            </a:r>
          </a:p>
          <a:p>
            <a:pPr marL="461010" indent="-342900" defTabSz="121917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/>
              <a:buAutoNum type="arabicPeriod"/>
              <a:defRPr/>
            </a:pPr>
            <a:r>
              <a:rPr lang="ru-RU" sz="16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Внедрение канбан доски в общем доступе в и инфоцентра подразделения</a:t>
            </a:r>
            <a:endParaRPr lang="ru-RU" sz="1600" dirty="0"/>
          </a:p>
        </p:txBody>
      </p:sp>
      <p:sp>
        <p:nvSpPr>
          <p:cNvPr id="644" name="Google Shape;644;gf9645b2320_6_610"/>
          <p:cNvSpPr txBox="1">
            <a:spLocks noGrp="1"/>
          </p:cNvSpPr>
          <p:nvPr>
            <p:ph type="body" idx="4294967295"/>
          </p:nvPr>
        </p:nvSpPr>
        <p:spPr>
          <a:xfrm>
            <a:off x="450205" y="3099430"/>
            <a:ext cx="2508577" cy="102689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60933" rtlCol="0" anchor="t" anchorCtr="0">
            <a:spAutoFit/>
          </a:bodyPr>
          <a:lstStyle/>
          <a:p>
            <a:pPr marL="33655" indent="0">
              <a:buNone/>
            </a:pPr>
            <a:r>
              <a:rPr lang="ru-RU" sz="1400" dirty="0">
                <a:latin typeface="Montserrat"/>
                <a:ea typeface="Open Sans"/>
                <a:cs typeface="Open Sans"/>
              </a:rPr>
              <a:t>Предприятие обеспечило увеличение объемов производства продукции.</a:t>
            </a:r>
            <a:endParaRPr lang="en-US" sz="1400" dirty="0">
              <a:highlight>
                <a:srgbClr val="FFFF00"/>
              </a:highlight>
              <a:ea typeface="+mn-lt"/>
              <a:cs typeface="+mn-lt"/>
            </a:endParaRPr>
          </a:p>
        </p:txBody>
      </p:sp>
      <p:sp>
        <p:nvSpPr>
          <p:cNvPr id="61" name="Google Shape;654;gf9645b2320_6_610">
            <a:extLst>
              <a:ext uri="{FF2B5EF4-FFF2-40B4-BE49-F238E27FC236}">
                <a16:creationId xmlns:a16="http://schemas.microsoft.com/office/drawing/2014/main" id="{F8F49363-FEBB-45C3-86A1-B21815800BD4}"/>
              </a:ext>
            </a:extLst>
          </p:cNvPr>
          <p:cNvSpPr txBox="1"/>
          <p:nvPr/>
        </p:nvSpPr>
        <p:spPr>
          <a:xfrm>
            <a:off x="8927159" y="5026367"/>
            <a:ext cx="724000" cy="57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Стало</a:t>
            </a:r>
          </a:p>
          <a:p>
            <a:pPr algn="ctr">
              <a:buClr>
                <a:schemeClr val="dk1"/>
              </a:buClr>
              <a:buSzPts val="1100"/>
            </a:pPr>
            <a:r>
              <a:rPr lang="ru-RU" sz="1067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58</a:t>
            </a:r>
          </a:p>
        </p:txBody>
      </p:sp>
      <p:sp>
        <p:nvSpPr>
          <p:cNvPr id="62" name="Google Shape;655;gf9645b2320_6_610">
            <a:extLst>
              <a:ext uri="{FF2B5EF4-FFF2-40B4-BE49-F238E27FC236}">
                <a16:creationId xmlns:a16="http://schemas.microsoft.com/office/drawing/2014/main" id="{DA53C51D-6AAA-4E5E-A285-E7AD9DE6BA23}"/>
              </a:ext>
            </a:extLst>
          </p:cNvPr>
          <p:cNvSpPr txBox="1"/>
          <p:nvPr/>
        </p:nvSpPr>
        <p:spPr>
          <a:xfrm>
            <a:off x="10628612" y="4521077"/>
            <a:ext cx="1036071" cy="57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Было</a:t>
            </a:r>
          </a:p>
          <a:p>
            <a:pPr algn="ctr"/>
            <a:r>
              <a:rPr lang="ru-RU" sz="1067" b="1" dirty="0">
                <a:solidFill>
                  <a:schemeClr val="dk1"/>
                </a:solidFill>
                <a:latin typeface="Montserrat"/>
                <a:ea typeface="Calibri"/>
                <a:cs typeface="Calibri"/>
                <a:sym typeface="Montserrat"/>
              </a:rPr>
              <a:t>68</a:t>
            </a:r>
            <a:endParaRPr lang="ru-RU" sz="24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54;gf9645b2320_6_610">
            <a:extLst>
              <a:ext uri="{FF2B5EF4-FFF2-40B4-BE49-F238E27FC236}">
                <a16:creationId xmlns:a16="http://schemas.microsoft.com/office/drawing/2014/main" id="{1D115019-5263-4B65-824B-98346FE04BE9}"/>
              </a:ext>
            </a:extLst>
          </p:cNvPr>
          <p:cNvSpPr txBox="1"/>
          <p:nvPr/>
        </p:nvSpPr>
        <p:spPr>
          <a:xfrm>
            <a:off x="9034985" y="6219615"/>
            <a:ext cx="724000" cy="57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Стало</a:t>
            </a:r>
          </a:p>
          <a:p>
            <a:pPr algn="ctr">
              <a:buClr>
                <a:schemeClr val="dk1"/>
              </a:buClr>
              <a:buSzPts val="1100"/>
            </a:pPr>
            <a:r>
              <a:rPr lang="ru-RU" sz="1067" b="1" dirty="0">
                <a:solidFill>
                  <a:schemeClr val="dk1"/>
                </a:solidFill>
                <a:latin typeface="Montserrat"/>
                <a:ea typeface="Calibri"/>
                <a:cs typeface="Calibri"/>
                <a:sym typeface="Montserrat"/>
              </a:rPr>
              <a:t>8</a:t>
            </a:r>
            <a:endParaRPr sz="24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55;gf9645b2320_6_610">
            <a:extLst>
              <a:ext uri="{FF2B5EF4-FFF2-40B4-BE49-F238E27FC236}">
                <a16:creationId xmlns:a16="http://schemas.microsoft.com/office/drawing/2014/main" id="{2B98A016-89F9-4779-8A71-59516D544A25}"/>
              </a:ext>
            </a:extLst>
          </p:cNvPr>
          <p:cNvSpPr txBox="1"/>
          <p:nvPr/>
        </p:nvSpPr>
        <p:spPr>
          <a:xfrm>
            <a:off x="10628612" y="5751869"/>
            <a:ext cx="831775" cy="57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Было</a:t>
            </a:r>
          </a:p>
          <a:p>
            <a:pPr algn="ctr"/>
            <a:r>
              <a:rPr lang="ru-RU" sz="1067" b="1" dirty="0">
                <a:solidFill>
                  <a:schemeClr val="dk1"/>
                </a:solidFill>
                <a:latin typeface="Montserrat"/>
                <a:ea typeface="Calibri"/>
                <a:cs typeface="Calibri"/>
                <a:sym typeface="Montserrat"/>
              </a:rPr>
              <a:t>22</a:t>
            </a:r>
            <a:endParaRPr sz="24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622;gf9645b2320_6_610">
            <a:extLst>
              <a:ext uri="{FF2B5EF4-FFF2-40B4-BE49-F238E27FC236}">
                <a16:creationId xmlns:a16="http://schemas.microsoft.com/office/drawing/2014/main" id="{44A36060-A1F9-4A10-BA24-683248756259}"/>
              </a:ext>
            </a:extLst>
          </p:cNvPr>
          <p:cNvSpPr txBox="1"/>
          <p:nvPr/>
        </p:nvSpPr>
        <p:spPr>
          <a:xfrm>
            <a:off x="2349679" y="121696"/>
            <a:ext cx="7994800" cy="923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/>
          <a:p>
            <a:pPr algn="r">
              <a:lnSpc>
                <a:spcPct val="115000"/>
              </a:lnSpc>
              <a:buClr>
                <a:srgbClr val="094697"/>
              </a:buClr>
              <a:buSzPts val="1480"/>
            </a:pPr>
            <a:r>
              <a:rPr lang="ru-RU" sz="1707" dirty="0">
                <a:solidFill>
                  <a:srgbClr val="09469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ПРИМЕРЫ ВСКРЫТИЯ РЕЗЕРВОВ ПРОИЗВОДИТЕЛЬНОСТИ</a:t>
            </a:r>
            <a:endParaRPr sz="1707" dirty="0">
              <a:solidFill>
                <a:srgbClr val="094697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623" name="Google Shape;623;gf9645b2320_6_610" descr="Изображение выглядит как рисунок, часы, знак&#10;&#10;Автоматически созданное описание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49470" y="344632"/>
            <a:ext cx="992414" cy="488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327CB50-8359-AB95-43F7-ABE32A8B82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190" y="4588768"/>
            <a:ext cx="2172381" cy="161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62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193D680-502F-A059-FBBF-404DEAC2B0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5328" y="2798753"/>
            <a:ext cx="7081300" cy="6858000"/>
          </a:xfrm>
          <a:prstGeom prst="rect">
            <a:avLst/>
          </a:prstGeom>
        </p:spPr>
      </p:pic>
      <p:sp>
        <p:nvSpPr>
          <p:cNvPr id="45" name="Скругленный прямоугольник 1">
            <a:extLst>
              <a:ext uri="{FF2B5EF4-FFF2-40B4-BE49-F238E27FC236}">
                <a16:creationId xmlns:a16="http://schemas.microsoft.com/office/drawing/2014/main" id="{26FF1C5B-956D-851E-EAE0-5EA67B611196}"/>
              </a:ext>
            </a:extLst>
          </p:cNvPr>
          <p:cNvSpPr/>
          <p:nvPr/>
        </p:nvSpPr>
        <p:spPr>
          <a:xfrm>
            <a:off x="2" y="1873329"/>
            <a:ext cx="12189031" cy="864096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8D0"/>
              </a:gs>
              <a:gs pos="78000">
                <a:srgbClr val="0052A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b="1" dirty="0">
              <a:latin typeface="Montserrat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23" name="Google Shape;623;gf9645b2320_6_610" descr="Изображение выглядит как рисунок, часы, знак&#10;&#10;Автоматически созданное описание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47676" y="315837"/>
            <a:ext cx="1356565" cy="581385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gf9645b2320_6_610"/>
          <p:cNvSpPr txBox="1"/>
          <p:nvPr/>
        </p:nvSpPr>
        <p:spPr>
          <a:xfrm>
            <a:off x="5919622" y="990200"/>
            <a:ext cx="6084619" cy="74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just">
              <a:lnSpc>
                <a:spcPct val="115000"/>
              </a:lnSpc>
              <a:buClr>
                <a:srgbClr val="094697"/>
              </a:buClr>
              <a:buSzPts val="1480"/>
            </a:pPr>
            <a:r>
              <a:rPr lang="ru-RU" sz="1400" b="0" i="0" dirty="0">
                <a:solidFill>
                  <a:srgbClr val="7F7F7F"/>
                </a:solidFill>
                <a:effectLst/>
                <a:latin typeface="Open Sans"/>
                <a:ea typeface="Open Sans"/>
                <a:cs typeface="Open Sans"/>
              </a:rPr>
              <a:t>72.19 Научные исследования и разработки в области естественных и технических наук прочие</a:t>
            </a:r>
            <a:endParaRPr lang="ru-RU" sz="1400" i="1" dirty="0">
              <a:solidFill>
                <a:srgbClr val="999999"/>
              </a:solidFill>
              <a:latin typeface="Montserrat"/>
            </a:endParaRPr>
          </a:p>
        </p:txBody>
      </p:sp>
      <p:sp>
        <p:nvSpPr>
          <p:cNvPr id="640" name="Google Shape;640;gf9645b2320_6_610"/>
          <p:cNvSpPr txBox="1">
            <a:spLocks noGrp="1"/>
          </p:cNvSpPr>
          <p:nvPr>
            <p:ph type="body" idx="4294967295"/>
          </p:nvPr>
        </p:nvSpPr>
        <p:spPr>
          <a:xfrm>
            <a:off x="3464526" y="1933950"/>
            <a:ext cx="7113161" cy="77067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marL="33655" indent="0">
              <a:buNone/>
            </a:pPr>
            <a:r>
              <a:rPr lang="ru-RU" sz="1850" b="1" dirty="0">
                <a:solidFill>
                  <a:schemeClr val="bg1"/>
                </a:solidFill>
                <a:latin typeface="Montserrat"/>
                <a:ea typeface="Open Sans"/>
                <a:cs typeface="Open Sans"/>
              </a:rPr>
              <a:t>«Изготовление металлостеклянного входного окна»</a:t>
            </a:r>
          </a:p>
        </p:txBody>
      </p:sp>
      <p:sp>
        <p:nvSpPr>
          <p:cNvPr id="641" name="Google Shape;641;gf9645b2320_6_610"/>
          <p:cNvSpPr txBox="1"/>
          <p:nvPr/>
        </p:nvSpPr>
        <p:spPr>
          <a:xfrm>
            <a:off x="595397" y="2064305"/>
            <a:ext cx="2800315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Пилотный</a:t>
            </a:r>
            <a:r>
              <a:rPr lang="en-US" sz="1533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-RU" sz="1533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поток:</a:t>
            </a:r>
            <a:endParaRPr sz="1533" dirty="0">
              <a:solidFill>
                <a:schemeClr val="bg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4" name="Google Shape;644;gf9645b2320_6_610"/>
          <p:cNvSpPr txBox="1">
            <a:spLocks noGrp="1"/>
          </p:cNvSpPr>
          <p:nvPr>
            <p:ph type="body" idx="4294967295"/>
          </p:nvPr>
        </p:nvSpPr>
        <p:spPr>
          <a:xfrm>
            <a:off x="656728" y="3115008"/>
            <a:ext cx="7038256" cy="73296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60933" rtlCol="0" anchor="t" anchorCtr="0">
            <a:spAutoFit/>
          </a:bodyPr>
          <a:lstStyle/>
          <a:p>
            <a:pPr marL="33866" indent="0">
              <a:buNone/>
            </a:pPr>
            <a:r>
              <a:rPr lang="ru-RU" sz="1600" dirty="0"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Предприятие увеличило объем выпускаемой продукции</a:t>
            </a:r>
          </a:p>
          <a:p>
            <a:pPr marL="0" indent="0">
              <a:spcBef>
                <a:spcPts val="300"/>
              </a:spcBef>
              <a:buClr>
                <a:srgbClr val="7F7F7F"/>
              </a:buClr>
              <a:buSzPts val="1125"/>
              <a:buNone/>
            </a:pPr>
            <a:endParaRPr sz="1600" dirty="0">
              <a:latin typeface="Montserrat" panose="00000500000000000000" pitchFamily="2" charset="-52"/>
              <a:ea typeface="Montserrat"/>
              <a:cs typeface="Montserrat"/>
              <a:sym typeface="Montserrat"/>
            </a:endParaRPr>
          </a:p>
        </p:txBody>
      </p:sp>
      <p:sp>
        <p:nvSpPr>
          <p:cNvPr id="646" name="Google Shape;646;gf9645b2320_6_610"/>
          <p:cNvSpPr txBox="1"/>
          <p:nvPr/>
        </p:nvSpPr>
        <p:spPr>
          <a:xfrm>
            <a:off x="595396" y="2705304"/>
            <a:ext cx="2701478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i="1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Montserrat Medium"/>
                <a:cs typeface="Montserrat Medium"/>
                <a:sym typeface="Montserrat Medium"/>
              </a:rPr>
              <a:t>Основной результат:</a:t>
            </a:r>
            <a:endParaRPr sz="1533" i="1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2" charset="-52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8" name="Google Shape;648;gf9645b2320_6_610"/>
          <p:cNvSpPr txBox="1"/>
          <p:nvPr/>
        </p:nvSpPr>
        <p:spPr>
          <a:xfrm>
            <a:off x="8707407" y="2708279"/>
            <a:ext cx="3889008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i="1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Montserrat Medium"/>
                <a:cs typeface="Montserrat Medium"/>
                <a:sym typeface="Montserrat Medium"/>
              </a:rPr>
              <a:t>Показатели пилотного потока:</a:t>
            </a:r>
            <a:endParaRPr sz="1533" i="1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2" charset="-52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4" name="Google Shape;622;gf9645b2320_6_610">
            <a:extLst>
              <a:ext uri="{FF2B5EF4-FFF2-40B4-BE49-F238E27FC236}">
                <a16:creationId xmlns:a16="http://schemas.microsoft.com/office/drawing/2014/main" id="{E4820ECC-3D63-7295-E570-8BEA19B452E1}"/>
              </a:ext>
            </a:extLst>
          </p:cNvPr>
          <p:cNvSpPr txBox="1"/>
          <p:nvPr/>
        </p:nvSpPr>
        <p:spPr>
          <a:xfrm>
            <a:off x="513434" y="-152937"/>
            <a:ext cx="4401209" cy="12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/>
          <a:p>
            <a:pPr>
              <a:lnSpc>
                <a:spcPct val="115000"/>
              </a:lnSpc>
              <a:buClr>
                <a:srgbClr val="094697"/>
              </a:buClr>
              <a:buSzPts val="1480"/>
            </a:pPr>
            <a:r>
              <a:rPr lang="ru-RU" sz="2400" dirty="0">
                <a:solidFill>
                  <a:srgbClr val="09469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ПРИМЕРЫ КЕЙСОВ</a:t>
            </a:r>
            <a:endParaRPr sz="2400" dirty="0">
              <a:solidFill>
                <a:srgbClr val="094697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1D24DD-B923-A77A-6F54-AC8CBB150FFA}"/>
              </a:ext>
            </a:extLst>
          </p:cNvPr>
          <p:cNvSpPr txBox="1"/>
          <p:nvPr/>
        </p:nvSpPr>
        <p:spPr>
          <a:xfrm>
            <a:off x="8815308" y="3178676"/>
            <a:ext cx="3188934" cy="3201069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ru-RU" sz="3733" b="1" dirty="0">
                <a:solidFill>
                  <a:srgbClr val="245AA2"/>
                </a:solidFill>
                <a:latin typeface="Montserrat ExtraBold"/>
              </a:rPr>
              <a:t>+67%</a:t>
            </a:r>
            <a:br>
              <a:rPr lang="ru-RU" sz="1467" b="1" dirty="0">
                <a:solidFill>
                  <a:srgbClr val="245AA2"/>
                </a:solidFill>
                <a:latin typeface="Montserrat"/>
              </a:rPr>
            </a:br>
            <a:r>
              <a:rPr lang="ru-RU" sz="1467" dirty="0">
                <a:latin typeface="Montserrat"/>
              </a:rPr>
              <a:t>выработка</a:t>
            </a:r>
            <a:r>
              <a:rPr lang="ru-RU" sz="1467" b="1" dirty="0">
                <a:solidFill>
                  <a:srgbClr val="245AA2"/>
                </a:solidFill>
                <a:latin typeface="Montserrat"/>
              </a:rPr>
              <a:t> </a:t>
            </a:r>
          </a:p>
          <a:p>
            <a:endParaRPr lang="ru-RU" sz="1467" dirty="0">
              <a:solidFill>
                <a:srgbClr val="245AA2"/>
              </a:solidFill>
              <a:latin typeface="Montserrat"/>
            </a:endParaRPr>
          </a:p>
          <a:p>
            <a:r>
              <a:rPr lang="ru-RU" sz="3733" b="1" dirty="0">
                <a:solidFill>
                  <a:srgbClr val="245AA2"/>
                </a:solidFill>
                <a:latin typeface="Montserrat ExtraBold"/>
              </a:rPr>
              <a:t>-15%</a:t>
            </a:r>
          </a:p>
          <a:p>
            <a:r>
              <a:rPr lang="ru-RU" sz="1467" dirty="0">
                <a:latin typeface="Montserrat"/>
              </a:rPr>
              <a:t>время протекания</a:t>
            </a:r>
          </a:p>
          <a:p>
            <a:r>
              <a:rPr lang="ru-RU" sz="1467" dirty="0">
                <a:latin typeface="Montserrat"/>
              </a:rPr>
              <a:t>процесса</a:t>
            </a:r>
          </a:p>
          <a:p>
            <a:endParaRPr lang="ru-RU" sz="1467" dirty="0">
              <a:latin typeface="Montserrat"/>
            </a:endParaRPr>
          </a:p>
          <a:p>
            <a:r>
              <a:rPr lang="ru-RU" sz="3733" b="1" dirty="0">
                <a:solidFill>
                  <a:srgbClr val="245AA2"/>
                </a:solidFill>
                <a:latin typeface="Montserrat ExtraBold"/>
              </a:rPr>
              <a:t>-64%</a:t>
            </a:r>
          </a:p>
          <a:p>
            <a:r>
              <a:rPr lang="ru-RU" sz="1467" dirty="0">
                <a:latin typeface="Montserrat"/>
              </a:rPr>
              <a:t>Запасы в потоке</a:t>
            </a:r>
          </a:p>
        </p:txBody>
      </p:sp>
      <p:sp>
        <p:nvSpPr>
          <p:cNvPr id="18" name="Google Shape;638;gf9645b2320_6_610">
            <a:extLst>
              <a:ext uri="{FF2B5EF4-FFF2-40B4-BE49-F238E27FC236}">
                <a16:creationId xmlns:a16="http://schemas.microsoft.com/office/drawing/2014/main" id="{C22A9093-B536-0C7C-66A6-D7E6C502B6BF}"/>
              </a:ext>
            </a:extLst>
          </p:cNvPr>
          <p:cNvSpPr txBox="1">
            <a:spLocks/>
          </p:cNvSpPr>
          <p:nvPr/>
        </p:nvSpPr>
        <p:spPr>
          <a:xfrm>
            <a:off x="638440" y="827861"/>
            <a:ext cx="4720875" cy="79109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81244" rIns="162533" bIns="81244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1127"/>
            </a:pPr>
            <a:r>
              <a:rPr lang="ru-RU" sz="2000" b="1" dirty="0">
                <a:solidFill>
                  <a:srgbClr val="094697"/>
                </a:solidFill>
                <a:latin typeface="Montserrat"/>
                <a:ea typeface="Open Sans"/>
                <a:cs typeface="Open Sans"/>
                <a:sym typeface="Arial"/>
              </a:rPr>
              <a:t>АО «ЦНИИ «Электрон»</a:t>
            </a:r>
            <a:br>
              <a:rPr lang="ru-RU" sz="2000" b="1" dirty="0">
                <a:solidFill>
                  <a:srgbClr val="094697"/>
                </a:solidFill>
                <a:latin typeface="Montserrat"/>
                <a:ea typeface="Open Sans"/>
                <a:cs typeface="Open Sans"/>
                <a:sym typeface="Arial"/>
              </a:rPr>
            </a:br>
            <a:r>
              <a:rPr lang="ru-RU" sz="2000" b="1" dirty="0">
                <a:solidFill>
                  <a:srgbClr val="094697"/>
                </a:solidFill>
                <a:latin typeface="Montserrat"/>
                <a:ea typeface="Open Sans"/>
                <a:cs typeface="Open Sans"/>
                <a:sym typeface="Arial"/>
              </a:rPr>
              <a:t>г. Санкт-Петербург</a:t>
            </a:r>
            <a:endParaRPr lang="ru-RU" sz="2000" dirty="0">
              <a:solidFill>
                <a:srgbClr val="094697"/>
              </a:solidFill>
              <a:latin typeface="Montserrat"/>
              <a:ea typeface="Open Sans"/>
              <a:cs typeface="Open Sans"/>
              <a:sym typeface="Montserrat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63FBD53-862C-4362-6211-3F88DBB19E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1997" y="6014218"/>
            <a:ext cx="7081300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B62DB4-D559-3519-41D9-4880AA4907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7895" b="95526" l="7828" r="92564">
                        <a14:foregroundMark x1="44618" y1="7895" x2="44618" y2="7895"/>
                        <a14:foregroundMark x1="7828" y1="67895" x2="7828" y2="67895"/>
                        <a14:foregroundMark x1="41096" y1="93684" x2="41096" y2="93684"/>
                        <a14:foregroundMark x1="73386" y1="71316" x2="73386" y2="71316"/>
                        <a14:foregroundMark x1="76517" y1="69474" x2="76517" y2="69474"/>
                        <a14:foregroundMark x1="85910" y1="66842" x2="85910" y2="66842"/>
                        <a14:foregroundMark x1="79648" y1="67105" x2="79648" y2="67105"/>
                        <a14:foregroundMark x1="82583" y1="69211" x2="82583" y2="69211"/>
                        <a14:foregroundMark x1="70450" y1="77105" x2="70450" y2="77105"/>
                        <a14:foregroundMark x1="70450" y1="72105" x2="70450" y2="72105"/>
                        <a14:foregroundMark x1="73386" y1="75263" x2="73386" y2="75263"/>
                        <a14:foregroundMark x1="92564" y1="43158" x2="92564" y2="43158"/>
                        <a14:foregroundMark x1="79256" y1="70000" x2="79256" y2="70000"/>
                        <a14:foregroundMark x1="79452" y1="73158" x2="79452" y2="73158"/>
                        <a14:foregroundMark x1="88650" y1="62632" x2="88650" y2="62632"/>
                        <a14:foregroundMark x1="82583" y1="65789" x2="82583" y2="65789"/>
                        <a14:foregroundMark x1="85910" y1="68158" x2="85910" y2="68158"/>
                        <a14:foregroundMark x1="73190" y1="73421" x2="73190" y2="73421"/>
                        <a14:foregroundMark x1="73190" y1="76316" x2="73190" y2="76316"/>
                        <a14:foregroundMark x1="70059" y1="77895" x2="70059" y2="77895"/>
                        <a14:foregroundMark x1="66536" y1="80000" x2="66732" y2="79211"/>
                        <a14:foregroundMark x1="73190" y1="77105" x2="73190" y2="77895"/>
                        <a14:foregroundMark x1="56947" y1="82895" x2="57339" y2="86842"/>
                        <a14:foregroundMark x1="53620" y1="86316" x2="53816" y2="89211"/>
                        <a14:foregroundMark x1="47162" y1="90263" x2="47358" y2="92632"/>
                        <a14:foregroundMark x1="44423" y1="92368" x2="44423" y2="9552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6496" y="4329160"/>
            <a:ext cx="2172381" cy="1615469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D4A7F089-9AA3-D85F-55BC-EE3B9D0A2B7E}"/>
              </a:ext>
            </a:extLst>
          </p:cNvPr>
          <p:cNvSpPr txBox="1">
            <a:spLocks/>
          </p:cNvSpPr>
          <p:nvPr/>
        </p:nvSpPr>
        <p:spPr>
          <a:xfrm>
            <a:off x="3093821" y="3825198"/>
            <a:ext cx="5348087" cy="2554547"/>
          </a:xfrm>
          <a:prstGeom prst="rect">
            <a:avLst/>
          </a:prstGeom>
        </p:spPr>
        <p:txBody>
          <a:bodyPr vert="horz" wrap="square" lIns="91440" tIns="45721" rIns="91440" bIns="45721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1010" indent="-342900" defTabSz="121917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/>
              <a:buAutoNum type="arabicPeriod"/>
              <a:defRPr/>
            </a:pPr>
            <a:r>
              <a:rPr lang="ru-RU" sz="16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Увеличение</a:t>
            </a: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выхода годных изделий на операции </a:t>
            </a:r>
            <a:r>
              <a:rPr lang="ru-RU" sz="16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 20% </a:t>
            </a: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 счет изготовления индивидуальной технологической оснастки для операции грубая шлифовка выступа</a:t>
            </a:r>
          </a:p>
          <a:p>
            <a:pPr marL="461010" indent="-342900" defTabSz="121917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/>
              <a:buAutoNum type="arabicPeriod"/>
              <a:defRPr/>
            </a:pPr>
            <a:r>
              <a:rPr lang="ru-RU" sz="16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Сокращение перемещений</a:t>
            </a: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сотрудников, задействованных при производстве продукции </a:t>
            </a:r>
            <a:r>
              <a:rPr lang="ru-RU" sz="16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 12% за счет </a:t>
            </a: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корректировки логистики приемки продукции на контроль.</a:t>
            </a:r>
          </a:p>
          <a:p>
            <a:pPr marL="461010" indent="-342900" defTabSz="121917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/>
              <a:buAutoNum type="arabicPeriod"/>
              <a:defRPr/>
            </a:pPr>
            <a:r>
              <a:rPr lang="ru-RU" sz="16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Внедрение канбан доски в общем доступе в и инфоцентра подразделения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6422323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uXxBvIotUIYoIOxzPp2X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iJTYpdF7EiqihV0BB2cI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qYv7ihXeEmPYuVkvZXZg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qYv7ihXeEmPYuVkvZXZg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qYv7ihXeEmPYuVkvZXZgA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40dfa8-117b-4bd2-b9a9-a5a7d75514fe" xsi:nil="true"/>
    <lcf76f155ced4ddcb4097134ff3c332f xmlns="11a6046c-63f1-4c80-a521-ef7ae251e89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70EC594400F1A24E86B9F1B6D764F6F7" ma:contentTypeVersion="14" ma:contentTypeDescription="Создание документа." ma:contentTypeScope="" ma:versionID="80af868213e5908aaf6648beb9f8a390">
  <xsd:schema xmlns:xsd="http://www.w3.org/2001/XMLSchema" xmlns:xs="http://www.w3.org/2001/XMLSchema" xmlns:p="http://schemas.microsoft.com/office/2006/metadata/properties" xmlns:ns2="11a6046c-63f1-4c80-a521-ef7ae251e897" xmlns:ns3="4040dfa8-117b-4bd2-b9a9-a5a7d75514fe" targetNamespace="http://schemas.microsoft.com/office/2006/metadata/properties" ma:root="true" ma:fieldsID="bbae45399d085722103b1229869eb932" ns2:_="" ns3:_="">
    <xsd:import namespace="11a6046c-63f1-4c80-a521-ef7ae251e897"/>
    <xsd:import namespace="4040dfa8-117b-4bd2-b9a9-a5a7d75514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a6046c-63f1-4c80-a521-ef7ae251e8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49847d03-d8be-4925-a9f2-3878591b59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40dfa8-117b-4bd2-b9a9-a5a7d75514f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ff3c426c-db4f-4bd3-ae76-76a60e48ccaa}" ma:internalName="TaxCatchAll" ma:showField="CatchAllData" ma:web="4040dfa8-117b-4bd2-b9a9-a5a7d75514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89A988F-611F-49DC-A64E-93E8CF08D7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41C8AA-C8DC-4FBD-8AE1-B78BD174F2CD}">
  <ds:schemaRefs>
    <ds:schemaRef ds:uri="http://schemas.microsoft.com/office/2006/metadata/properties"/>
    <ds:schemaRef ds:uri="http://schemas.microsoft.com/office/infopath/2007/PartnerControls"/>
    <ds:schemaRef ds:uri="20f1e087-82f0-4ac0-a6fc-f48ff04a65c7"/>
    <ds:schemaRef ds:uri="16b4bb0b-ff98-4bba-bfd0-da1580ea890c"/>
    <ds:schemaRef ds:uri="4040dfa8-117b-4bd2-b9a9-a5a7d75514fe"/>
    <ds:schemaRef ds:uri="11a6046c-63f1-4c80-a521-ef7ae251e897"/>
  </ds:schemaRefs>
</ds:datastoreItem>
</file>

<file path=customXml/itemProps3.xml><?xml version="1.0" encoding="utf-8"?>
<ds:datastoreItem xmlns:ds="http://schemas.openxmlformats.org/officeDocument/2006/customXml" ds:itemID="{7FB4578A-C765-4581-A6A7-C4DE7C5097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a6046c-63f1-4c80-a521-ef7ae251e897"/>
    <ds:schemaRef ds:uri="4040dfa8-117b-4bd2-b9a9-a5a7d75514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1583</TotalTime>
  <Words>709</Words>
  <Application>Microsoft Office PowerPoint</Application>
  <PresentationFormat>Широкоэкранный</PresentationFormat>
  <Paragraphs>104</Paragraphs>
  <Slides>2</Slides>
  <Notes>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13" baseType="lpstr">
      <vt:lpstr>Arial</vt:lpstr>
      <vt:lpstr>Calibri</vt:lpstr>
      <vt:lpstr>Calibri Light</vt:lpstr>
      <vt:lpstr>Montserrat</vt:lpstr>
      <vt:lpstr>Montserrat ExtraBold</vt:lpstr>
      <vt:lpstr>Montserrat Medium</vt:lpstr>
      <vt:lpstr>Open Sans</vt:lpstr>
      <vt:lpstr>Verdana</vt:lpstr>
      <vt:lpstr>Тема Office</vt:lpstr>
      <vt:lpstr>Тема Office</vt:lpstr>
      <vt:lpstr>Слайд think-cell</vt:lpstr>
      <vt:lpstr>АО «ЦНИИ «Электрон» г. Санкт-Петербург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АО "Инжпетрострой"</dc:title>
  <dc:subject>Вскрытие производительности</dc:subject>
  <dc:creator>Александр Слиньков</dc:creator>
  <cp:lastModifiedBy>Слиньков Александр</cp:lastModifiedBy>
  <cp:revision>84</cp:revision>
  <dcterms:created xsi:type="dcterms:W3CDTF">2021-08-02T16:17:08Z</dcterms:created>
  <dcterms:modified xsi:type="dcterms:W3CDTF">2024-01-09T11:18:51Z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0x01010070EC594400F1A24E86B9F1B6D764F6F7</vt:lpwstr>
  </property>
  <property fmtid="{D5CDD505-2E9C-101B-9397-08002B2CF9AE}" pid="3" name="MediaServiceImageTags">
    <vt:lpwstr/>
  </property>
</Properties>
</file>