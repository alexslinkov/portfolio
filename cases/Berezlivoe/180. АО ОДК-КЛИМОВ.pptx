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7"/>
  </p:notesMasterIdLst>
  <p:sldIdLst>
    <p:sldId id="269" r:id="rId5"/>
    <p:sldId id="2920" r:id="rId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3B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77171" autoAdjust="0"/>
  </p:normalViewPr>
  <p:slideViewPr>
    <p:cSldViewPr snapToGrid="0">
      <p:cViewPr>
        <p:scale>
          <a:sx n="50" d="100"/>
          <a:sy n="50" d="100"/>
        </p:scale>
        <p:origin x="1284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Торопова Анастасия Игоревна" userId="S::toropova_ai@archk.ru::ccf55b8b-4c71-4484-9ef8-91a0cbed1e94" providerId="AD" clId="Web-{3E1E5BA4-5829-1EA0-DC2C-C61A781B2C2F}"/>
    <pc:docChg chg="modSld">
      <pc:chgData name="Торопова Анастасия Игоревна" userId="S::toropova_ai@archk.ru::ccf55b8b-4c71-4484-9ef8-91a0cbed1e94" providerId="AD" clId="Web-{3E1E5BA4-5829-1EA0-DC2C-C61A781B2C2F}" dt="2023-04-04T11:51:17.882" v="16" actId="20577"/>
      <pc:docMkLst>
        <pc:docMk/>
      </pc:docMkLst>
      <pc:sldChg chg="modSp modNotes">
        <pc:chgData name="Торопова Анастасия Игоревна" userId="S::toropova_ai@archk.ru::ccf55b8b-4c71-4484-9ef8-91a0cbed1e94" providerId="AD" clId="Web-{3E1E5BA4-5829-1EA0-DC2C-C61A781B2C2F}" dt="2023-04-04T11:51:17.882" v="16" actId="20577"/>
        <pc:sldMkLst>
          <pc:docMk/>
          <pc:sldMk cId="1895345874" sldId="2920"/>
        </pc:sldMkLst>
        <pc:spChg chg="mod">
          <ac:chgData name="Торопова Анастасия Игоревна" userId="S::toropova_ai@archk.ru::ccf55b8b-4c71-4484-9ef8-91a0cbed1e94" providerId="AD" clId="Web-{3E1E5BA4-5829-1EA0-DC2C-C61A781B2C2F}" dt="2023-04-04T11:51:17.882" v="16" actId="20577"/>
          <ac:spMkLst>
            <pc:docMk/>
            <pc:sldMk cId="1895345874" sldId="2920"/>
            <ac:spMk id="44" creationId="{E4820ECC-3D63-7295-E570-8BEA19B452E1}"/>
          </ac:spMkLst>
        </pc:spChg>
        <pc:spChg chg="mod">
          <ac:chgData name="Торопова Анастасия Игоревна" userId="S::toropova_ai@archk.ru::ccf55b8b-4c71-4484-9ef8-91a0cbed1e94" providerId="AD" clId="Web-{3E1E5BA4-5829-1EA0-DC2C-C61A781B2C2F}" dt="2023-04-04T11:51:14.163" v="15" actId="14100"/>
          <ac:spMkLst>
            <pc:docMk/>
            <pc:sldMk cId="1895345874" sldId="2920"/>
            <ac:spMk id="639" creationId="{00000000-0000-0000-0000-000000000000}"/>
          </ac:spMkLst>
        </pc:spChg>
        <pc:spChg chg="mod">
          <ac:chgData name="Торопова Анастасия Игоревна" userId="S::toropova_ai@archk.ru::ccf55b8b-4c71-4484-9ef8-91a0cbed1e94" providerId="AD" clId="Web-{3E1E5BA4-5829-1EA0-DC2C-C61A781B2C2F}" dt="2023-04-04T11:50:51.458" v="11" actId="20577"/>
          <ac:spMkLst>
            <pc:docMk/>
            <pc:sldMk cId="1895345874" sldId="2920"/>
            <ac:spMk id="640" creationId="{00000000-0000-0000-0000-000000000000}"/>
          </ac:spMkLst>
        </pc:spChg>
        <pc:spChg chg="mod">
          <ac:chgData name="Торопова Анастасия Игоревна" userId="S::toropova_ai@archk.ru::ccf55b8b-4c71-4484-9ef8-91a0cbed1e94" providerId="AD" clId="Web-{3E1E5BA4-5829-1EA0-DC2C-C61A781B2C2F}" dt="2023-04-04T11:51:04.006" v="13" actId="20577"/>
          <ac:spMkLst>
            <pc:docMk/>
            <pc:sldMk cId="1895345874" sldId="2920"/>
            <ac:spMk id="644" creationId="{00000000-0000-0000-0000-000000000000}"/>
          </ac:spMkLst>
        </pc:spChg>
        <pc:picChg chg="ord">
          <ac:chgData name="Торопова Анастасия Игоревна" userId="S::toropova_ai@archk.ru::ccf55b8b-4c71-4484-9ef8-91a0cbed1e94" providerId="AD" clId="Web-{3E1E5BA4-5829-1EA0-DC2C-C61A781B2C2F}" dt="2023-04-04T11:50:13.752" v="3"/>
          <ac:picMkLst>
            <pc:docMk/>
            <pc:sldMk cId="1895345874" sldId="2920"/>
            <ac:picMk id="19" creationId="{00000000-0000-0000-0000-000000000000}"/>
          </ac:picMkLst>
        </pc:picChg>
      </pc:sldChg>
    </pc:docChg>
  </pc:docChgLst>
  <pc:docChgLst>
    <pc:chgData name="Осипенко Святослав Вячеславович" userId="2989a2a6-3e20-4aab-8dc9-0a51d28f28f4" providerId="ADAL" clId="{1D6D6D9C-1EDB-41EA-957E-B7B7FC186B9C}"/>
    <pc:docChg chg="undo redo custSel modSld">
      <pc:chgData name="Осипенко Святослав Вячеславович" userId="2989a2a6-3e20-4aab-8dc9-0a51d28f28f4" providerId="ADAL" clId="{1D6D6D9C-1EDB-41EA-957E-B7B7FC186B9C}" dt="2024-08-26T10:57:39.966" v="1334"/>
      <pc:docMkLst>
        <pc:docMk/>
      </pc:docMkLst>
      <pc:sldChg chg="addSp delSp modSp mod modNotesTx">
        <pc:chgData name="Осипенко Святослав Вячеславович" userId="2989a2a6-3e20-4aab-8dc9-0a51d28f28f4" providerId="ADAL" clId="{1D6D6D9C-1EDB-41EA-957E-B7B7FC186B9C}" dt="2024-08-26T10:56:36.478" v="1306" actId="20577"/>
        <pc:sldMkLst>
          <pc:docMk/>
          <pc:sldMk cId="0" sldId="269"/>
        </pc:sldMkLst>
        <pc:spChg chg="add del">
          <ac:chgData name="Осипенко Святослав Вячеславович" userId="2989a2a6-3e20-4aab-8dc9-0a51d28f28f4" providerId="ADAL" clId="{1D6D6D9C-1EDB-41EA-957E-B7B7FC186B9C}" dt="2024-08-26T10:08:35.079" v="45" actId="478"/>
          <ac:spMkLst>
            <pc:docMk/>
            <pc:sldMk cId="0" sldId="269"/>
            <ac:spMk id="58" creationId="{085391D7-8489-46E8-BF67-7C46BBC061FD}"/>
          </ac:spMkLst>
        </pc:spChg>
        <pc:spChg chg="mod">
          <ac:chgData name="Осипенко Святослав Вячеславович" userId="2989a2a6-3e20-4aab-8dc9-0a51d28f28f4" providerId="ADAL" clId="{1D6D6D9C-1EDB-41EA-957E-B7B7FC186B9C}" dt="2024-08-26T10:07:37.304" v="42" actId="20577"/>
          <ac:spMkLst>
            <pc:docMk/>
            <pc:sldMk cId="0" sldId="269"/>
            <ac:spMk id="60" creationId="{708E648B-3E83-4024-A470-0CAF496988AF}"/>
          </ac:spMkLst>
        </pc:spChg>
        <pc:spChg chg="mod">
          <ac:chgData name="Осипенко Святослав Вячеславович" userId="2989a2a6-3e20-4aab-8dc9-0a51d28f28f4" providerId="ADAL" clId="{1D6D6D9C-1EDB-41EA-957E-B7B7FC186B9C}" dt="2024-08-26T10:54:26.656" v="1166" actId="20577"/>
          <ac:spMkLst>
            <pc:docMk/>
            <pc:sldMk cId="0" sldId="269"/>
            <ac:spMk id="62" creationId="{51FB38B2-90A5-46D8-9F16-5B596D343557}"/>
          </ac:spMkLst>
        </pc:spChg>
        <pc:spChg chg="mod">
          <ac:chgData name="Осипенко Святослав Вячеславович" userId="2989a2a6-3e20-4aab-8dc9-0a51d28f28f4" providerId="ADAL" clId="{1D6D6D9C-1EDB-41EA-957E-B7B7FC186B9C}" dt="2024-08-26T10:04:56.790" v="24" actId="20577"/>
          <ac:spMkLst>
            <pc:docMk/>
            <pc:sldMk cId="0" sldId="269"/>
            <ac:spMk id="638" creationId="{00000000-0000-0000-0000-000000000000}"/>
          </ac:spMkLst>
        </pc:spChg>
        <pc:spChg chg="mod">
          <ac:chgData name="Осипенко Святослав Вячеславович" userId="2989a2a6-3e20-4aab-8dc9-0a51d28f28f4" providerId="ADAL" clId="{1D6D6D9C-1EDB-41EA-957E-B7B7FC186B9C}" dt="2024-08-26T10:05:32.148" v="38" actId="6549"/>
          <ac:spMkLst>
            <pc:docMk/>
            <pc:sldMk cId="0" sldId="269"/>
            <ac:spMk id="639" creationId="{00000000-0000-0000-0000-000000000000}"/>
          </ac:spMkLst>
        </pc:spChg>
        <pc:spChg chg="mod">
          <ac:chgData name="Осипенко Святослав Вячеславович" userId="2989a2a6-3e20-4aab-8dc9-0a51d28f28f4" providerId="ADAL" clId="{1D6D6D9C-1EDB-41EA-957E-B7B7FC186B9C}" dt="2024-08-26T10:09:42.769" v="50" actId="20577"/>
          <ac:spMkLst>
            <pc:docMk/>
            <pc:sldMk cId="0" sldId="269"/>
            <ac:spMk id="644" creationId="{00000000-0000-0000-0000-000000000000}"/>
          </ac:spMkLst>
        </pc:spChg>
        <pc:spChg chg="mod">
          <ac:chgData name="Осипенко Святослав Вячеславович" userId="2989a2a6-3e20-4aab-8dc9-0a51d28f28f4" providerId="ADAL" clId="{1D6D6D9C-1EDB-41EA-957E-B7B7FC186B9C}" dt="2024-08-26T10:11:09.302" v="80" actId="20577"/>
          <ac:spMkLst>
            <pc:docMk/>
            <pc:sldMk cId="0" sldId="269"/>
            <ac:spMk id="649" creationId="{00000000-0000-0000-0000-000000000000}"/>
          </ac:spMkLst>
        </pc:spChg>
        <pc:spChg chg="mod">
          <ac:chgData name="Осипенко Святослав Вячеславович" userId="2989a2a6-3e20-4aab-8dc9-0a51d28f28f4" providerId="ADAL" clId="{1D6D6D9C-1EDB-41EA-957E-B7B7FC186B9C}" dt="2024-08-26T10:10:47.798" v="62" actId="1076"/>
          <ac:spMkLst>
            <pc:docMk/>
            <pc:sldMk cId="0" sldId="269"/>
            <ac:spMk id="650" creationId="{00000000-0000-0000-0000-000000000000}"/>
          </ac:spMkLst>
        </pc:spChg>
        <pc:spChg chg="mod">
          <ac:chgData name="Осипенко Святослав Вячеславович" userId="2989a2a6-3e20-4aab-8dc9-0a51d28f28f4" providerId="ADAL" clId="{1D6D6D9C-1EDB-41EA-957E-B7B7FC186B9C}" dt="2024-08-26T10:10:59.787" v="75" actId="1076"/>
          <ac:spMkLst>
            <pc:docMk/>
            <pc:sldMk cId="0" sldId="269"/>
            <ac:spMk id="651" creationId="{00000000-0000-0000-0000-000000000000}"/>
          </ac:spMkLst>
        </pc:spChg>
        <pc:spChg chg="mod">
          <ac:chgData name="Осипенко Святослав Вячеславович" userId="2989a2a6-3e20-4aab-8dc9-0a51d28f28f4" providerId="ADAL" clId="{1D6D6D9C-1EDB-41EA-957E-B7B7FC186B9C}" dt="2024-08-26T10:12:26.178" v="110" actId="20577"/>
          <ac:spMkLst>
            <pc:docMk/>
            <pc:sldMk cId="0" sldId="269"/>
            <ac:spMk id="653" creationId="{00000000-0000-0000-0000-000000000000}"/>
          </ac:spMkLst>
        </pc:spChg>
        <pc:spChg chg="mod">
          <ac:chgData name="Осипенко Святослав Вячеславович" userId="2989a2a6-3e20-4aab-8dc9-0a51d28f28f4" providerId="ADAL" clId="{1D6D6D9C-1EDB-41EA-957E-B7B7FC186B9C}" dt="2024-08-26T10:37:44.093" v="275" actId="20577"/>
          <ac:spMkLst>
            <pc:docMk/>
            <pc:sldMk cId="0" sldId="269"/>
            <ac:spMk id="656" creationId="{00000000-0000-0000-0000-000000000000}"/>
          </ac:spMkLst>
        </pc:spChg>
        <pc:spChg chg="mod">
          <ac:chgData name="Осипенко Святослав Вячеславович" userId="2989a2a6-3e20-4aab-8dc9-0a51d28f28f4" providerId="ADAL" clId="{1D6D6D9C-1EDB-41EA-957E-B7B7FC186B9C}" dt="2024-08-26T10:11:16.862" v="88" actId="20577"/>
          <ac:spMkLst>
            <pc:docMk/>
            <pc:sldMk cId="0" sldId="269"/>
            <ac:spMk id="657" creationId="{00000000-0000-0000-0000-000000000000}"/>
          </ac:spMkLst>
        </pc:spChg>
        <pc:spChg chg="mod">
          <ac:chgData name="Осипенко Святослав Вячеславович" userId="2989a2a6-3e20-4aab-8dc9-0a51d28f28f4" providerId="ADAL" clId="{1D6D6D9C-1EDB-41EA-957E-B7B7FC186B9C}" dt="2024-08-26T10:11:20.097" v="91" actId="20577"/>
          <ac:spMkLst>
            <pc:docMk/>
            <pc:sldMk cId="0" sldId="269"/>
            <ac:spMk id="658" creationId="{00000000-0000-0000-0000-000000000000}"/>
          </ac:spMkLst>
        </pc:spChg>
        <pc:spChg chg="mod">
          <ac:chgData name="Осипенко Святослав Вячеславович" userId="2989a2a6-3e20-4aab-8dc9-0a51d28f28f4" providerId="ADAL" clId="{1D6D6D9C-1EDB-41EA-957E-B7B7FC186B9C}" dt="2024-08-26T10:12:03.708" v="106" actId="20577"/>
          <ac:spMkLst>
            <pc:docMk/>
            <pc:sldMk cId="0" sldId="269"/>
            <ac:spMk id="660" creationId="{00000000-0000-0000-0000-000000000000}"/>
          </ac:spMkLst>
        </pc:spChg>
        <pc:spChg chg="mod">
          <ac:chgData name="Осипенко Святослав Вячеславович" userId="2989a2a6-3e20-4aab-8dc9-0a51d28f28f4" providerId="ADAL" clId="{1D6D6D9C-1EDB-41EA-957E-B7B7FC186B9C}" dt="2024-08-26T10:37:37.083" v="265" actId="20577"/>
          <ac:spMkLst>
            <pc:docMk/>
            <pc:sldMk cId="0" sldId="269"/>
            <ac:spMk id="663" creationId="{00000000-0000-0000-0000-000000000000}"/>
          </ac:spMkLst>
        </pc:spChg>
        <pc:spChg chg="mod">
          <ac:chgData name="Осипенко Святослав Вячеславович" userId="2989a2a6-3e20-4aab-8dc9-0a51d28f28f4" providerId="ADAL" clId="{1D6D6D9C-1EDB-41EA-957E-B7B7FC186B9C}" dt="2024-08-26T10:11:24.802" v="95" actId="20577"/>
          <ac:spMkLst>
            <pc:docMk/>
            <pc:sldMk cId="0" sldId="269"/>
            <ac:spMk id="664" creationId="{00000000-0000-0000-0000-000000000000}"/>
          </ac:spMkLst>
        </pc:spChg>
        <pc:spChg chg="mod">
          <ac:chgData name="Осипенко Святослав Вячеславович" userId="2989a2a6-3e20-4aab-8dc9-0a51d28f28f4" providerId="ADAL" clId="{1D6D6D9C-1EDB-41EA-957E-B7B7FC186B9C}" dt="2024-08-26T10:11:29.885" v="100" actId="20577"/>
          <ac:spMkLst>
            <pc:docMk/>
            <pc:sldMk cId="0" sldId="269"/>
            <ac:spMk id="665" creationId="{00000000-0000-0000-0000-000000000000}"/>
          </ac:spMkLst>
        </pc:spChg>
        <pc:spChg chg="mod">
          <ac:chgData name="Осипенко Святослав Вячеславович" userId="2989a2a6-3e20-4aab-8dc9-0a51d28f28f4" providerId="ADAL" clId="{1D6D6D9C-1EDB-41EA-957E-B7B7FC186B9C}" dt="2024-08-26T10:11:49.675" v="104" actId="20577"/>
          <ac:spMkLst>
            <pc:docMk/>
            <pc:sldMk cId="0" sldId="269"/>
            <ac:spMk id="667" creationId="{00000000-0000-0000-0000-000000000000}"/>
          </ac:spMkLst>
        </pc:spChg>
        <pc:picChg chg="del">
          <ac:chgData name="Осипенко Святослав Вячеславович" userId="2989a2a6-3e20-4aab-8dc9-0a51d28f28f4" providerId="ADAL" clId="{1D6D6D9C-1EDB-41EA-957E-B7B7FC186B9C}" dt="2024-08-26T10:07:41.502" v="43" actId="478"/>
          <ac:picMkLst>
            <pc:docMk/>
            <pc:sldMk cId="0" sldId="269"/>
            <ac:picMk id="3" creationId="{21468CCD-6542-4531-9C3C-DA401F34EFC0}"/>
          </ac:picMkLst>
        </pc:picChg>
        <pc:picChg chg="add mod">
          <ac:chgData name="Осипенко Святослав Вячеславович" userId="2989a2a6-3e20-4aab-8dc9-0a51d28f28f4" providerId="ADAL" clId="{1D6D6D9C-1EDB-41EA-957E-B7B7FC186B9C}" dt="2024-08-26T10:09:46.225" v="51" actId="1076"/>
          <ac:picMkLst>
            <pc:docMk/>
            <pc:sldMk cId="0" sldId="269"/>
            <ac:picMk id="5" creationId="{7EBD16DF-A74F-45F9-8C4A-6889CD12A972}"/>
          </ac:picMkLst>
        </pc:picChg>
      </pc:sldChg>
      <pc:sldChg chg="addSp delSp modSp mod">
        <pc:chgData name="Осипенко Святослав Вячеславович" userId="2989a2a6-3e20-4aab-8dc9-0a51d28f28f4" providerId="ADAL" clId="{1D6D6D9C-1EDB-41EA-957E-B7B7FC186B9C}" dt="2024-08-26T10:57:39.966" v="1334"/>
        <pc:sldMkLst>
          <pc:docMk/>
          <pc:sldMk cId="1895345874" sldId="2920"/>
        </pc:sldMkLst>
        <pc:spChg chg="mod">
          <ac:chgData name="Осипенко Святослав Вячеславович" userId="2989a2a6-3e20-4aab-8dc9-0a51d28f28f4" providerId="ADAL" clId="{1D6D6D9C-1EDB-41EA-957E-B7B7FC186B9C}" dt="2024-08-26T10:57:29.515" v="1333" actId="1076"/>
          <ac:spMkLst>
            <pc:docMk/>
            <pc:sldMk cId="1895345874" sldId="2920"/>
            <ac:spMk id="3" creationId="{015635A7-9CE0-0943-38C1-9960A709FFFE}"/>
          </ac:spMkLst>
        </pc:spChg>
        <pc:spChg chg="mod">
          <ac:chgData name="Осипенко Святослав Вячеславович" userId="2989a2a6-3e20-4aab-8dc9-0a51d28f28f4" providerId="ADAL" clId="{1D6D6D9C-1EDB-41EA-957E-B7B7FC186B9C}" dt="2024-08-26T10:57:13.862" v="1323" actId="20577"/>
          <ac:spMkLst>
            <pc:docMk/>
            <pc:sldMk cId="1895345874" sldId="2920"/>
            <ac:spMk id="5" creationId="{4C8868D4-6A51-6D5C-2469-4C098F3D8B7B}"/>
          </ac:spMkLst>
        </pc:spChg>
        <pc:spChg chg="mod">
          <ac:chgData name="Осипенко Святослав Вячеславович" userId="2989a2a6-3e20-4aab-8dc9-0a51d28f28f4" providerId="ADAL" clId="{1D6D6D9C-1EDB-41EA-957E-B7B7FC186B9C}" dt="2024-08-26T10:57:39.966" v="1334"/>
          <ac:spMkLst>
            <pc:docMk/>
            <pc:sldMk cId="1895345874" sldId="2920"/>
            <ac:spMk id="6" creationId="{93B6ADEE-235A-428B-BCDA-D35BB63A60A9}"/>
          </ac:spMkLst>
        </pc:spChg>
        <pc:spChg chg="mod">
          <ac:chgData name="Осипенко Святослав Вячеславович" userId="2989a2a6-3e20-4aab-8dc9-0a51d28f28f4" providerId="ADAL" clId="{1D6D6D9C-1EDB-41EA-957E-B7B7FC186B9C}" dt="2024-08-26T10:57:09.472" v="1321" actId="20577"/>
          <ac:spMkLst>
            <pc:docMk/>
            <pc:sldMk cId="1895345874" sldId="2920"/>
            <ac:spMk id="41" creationId="{CE1D24DD-B923-A77A-6F54-AC8CBB150FFA}"/>
          </ac:spMkLst>
        </pc:spChg>
        <pc:picChg chg="del">
          <ac:chgData name="Осипенко Святослав Вячеславович" userId="2989a2a6-3e20-4aab-8dc9-0a51d28f28f4" providerId="ADAL" clId="{1D6D6D9C-1EDB-41EA-957E-B7B7FC186B9C}" dt="2024-08-26T10:56:43.954" v="1307" actId="478"/>
          <ac:picMkLst>
            <pc:docMk/>
            <pc:sldMk cId="1895345874" sldId="2920"/>
            <ac:picMk id="2" creationId="{0EA5EA00-0DD2-C5EF-F92B-57D5B6B3D8C0}"/>
          </ac:picMkLst>
        </pc:picChg>
        <pc:picChg chg="add mod">
          <ac:chgData name="Осипенко Святослав Вячеславович" userId="2989a2a6-3e20-4aab-8dc9-0a51d28f28f4" providerId="ADAL" clId="{1D6D6D9C-1EDB-41EA-957E-B7B7FC186B9C}" dt="2024-08-26T10:56:54.989" v="1311" actId="1076"/>
          <ac:picMkLst>
            <pc:docMk/>
            <pc:sldMk cId="1895345874" sldId="2920"/>
            <ac:picMk id="15" creationId="{1DE003E6-ABDF-46DC-9C90-16F130CB5CEF}"/>
          </ac:picMkLst>
        </pc:picChg>
      </pc:sldChg>
    </pc:docChg>
  </pc:docChgLst>
  <pc:docChgLst>
    <pc:chgData name="Торопова Анастасия Игоревна" userId="S::toropova_ai@archk.ru::ccf55b8b-4c71-4484-9ef8-91a0cbed1e94" providerId="AD" clId="Web-{5C72C352-229F-3951-45FD-2259BF46AB15}"/>
    <pc:docChg chg="modSld">
      <pc:chgData name="Торопова Анастасия Игоревна" userId="S::toropova_ai@archk.ru::ccf55b8b-4c71-4484-9ef8-91a0cbed1e94" providerId="AD" clId="Web-{5C72C352-229F-3951-45FD-2259BF46AB15}" dt="2023-01-16T11:47:24.013" v="0"/>
      <pc:docMkLst>
        <pc:docMk/>
      </pc:docMkLst>
      <pc:sldChg chg="modSp">
        <pc:chgData name="Торопова Анастасия Игоревна" userId="S::toropova_ai@archk.ru::ccf55b8b-4c71-4484-9ef8-91a0cbed1e94" providerId="AD" clId="Web-{5C72C352-229F-3951-45FD-2259BF46AB15}" dt="2023-01-16T11:47:24.013" v="0"/>
        <pc:sldMkLst>
          <pc:docMk/>
          <pc:sldMk cId="1895345874" sldId="2920"/>
        </pc:sldMkLst>
        <pc:spChg chg="mod">
          <ac:chgData name="Торопова Анастасия Игоревна" userId="S::toropova_ai@archk.ru::ccf55b8b-4c71-4484-9ef8-91a0cbed1e94" providerId="AD" clId="Web-{5C72C352-229F-3951-45FD-2259BF46AB15}" dt="2023-01-16T11:47:24.013" v="0"/>
          <ac:spMkLst>
            <pc:docMk/>
            <pc:sldMk cId="1895345874" sldId="2920"/>
            <ac:spMk id="18" creationId="{C22A9093-B536-0C7C-66A6-D7E6C502B6BF}"/>
          </ac:spMkLst>
        </pc:spChg>
      </pc:sldChg>
    </pc:docChg>
  </pc:docChgLst>
  <pc:docChgLst>
    <pc:chgData name="Торопова Анастасия Игоревна" userId="S::toropova_ai@archk.ru::ccf55b8b-4c71-4484-9ef8-91a0cbed1e94" providerId="AD" clId="Web-{E2FF72E9-5205-82D1-B86B-7C4C8A3D0AC7}"/>
    <pc:docChg chg="modSld">
      <pc:chgData name="Торопова Анастасия Игоревна" userId="S::toropova_ai@archk.ru::ccf55b8b-4c71-4484-9ef8-91a0cbed1e94" providerId="AD" clId="Web-{E2FF72E9-5205-82D1-B86B-7C4C8A3D0AC7}" dt="2023-01-23T11:19:42.694" v="21" actId="1076"/>
      <pc:docMkLst>
        <pc:docMk/>
      </pc:docMkLst>
      <pc:sldChg chg="modSp">
        <pc:chgData name="Торопова Анастасия Игоревна" userId="S::toropova_ai@archk.ru::ccf55b8b-4c71-4484-9ef8-91a0cbed1e94" providerId="AD" clId="Web-{E2FF72E9-5205-82D1-B86B-7C4C8A3D0AC7}" dt="2023-01-23T11:19:42.694" v="21" actId="1076"/>
        <pc:sldMkLst>
          <pc:docMk/>
          <pc:sldMk cId="0" sldId="269"/>
        </pc:sldMkLst>
        <pc:spChg chg="mod">
          <ac:chgData name="Торопова Анастасия Игоревна" userId="S::toropova_ai@archk.ru::ccf55b8b-4c71-4484-9ef8-91a0cbed1e94" providerId="AD" clId="Web-{E2FF72E9-5205-82D1-B86B-7C4C8A3D0AC7}" dt="2023-01-23T11:19:21.115" v="19" actId="14100"/>
          <ac:spMkLst>
            <pc:docMk/>
            <pc:sldMk cId="0" sldId="269"/>
            <ac:spMk id="62" creationId="{51FB38B2-90A5-46D8-9F16-5B596D343557}"/>
          </ac:spMkLst>
        </pc:spChg>
        <pc:spChg chg="mod">
          <ac:chgData name="Торопова Анастасия Игоревна" userId="S::toropova_ai@archk.ru::ccf55b8b-4c71-4484-9ef8-91a0cbed1e94" providerId="AD" clId="Web-{E2FF72E9-5205-82D1-B86B-7C4C8A3D0AC7}" dt="2023-01-23T11:18:48.834" v="17"/>
          <ac:spMkLst>
            <pc:docMk/>
            <pc:sldMk cId="0" sldId="269"/>
            <ac:spMk id="639" creationId="{00000000-0000-0000-0000-000000000000}"/>
          </ac:spMkLst>
        </pc:spChg>
        <pc:spChg chg="mod">
          <ac:chgData name="Торопова Анастасия Игоревна" userId="S::toropova_ai@archk.ru::ccf55b8b-4c71-4484-9ef8-91a0cbed1e94" providerId="AD" clId="Web-{E2FF72E9-5205-82D1-B86B-7C4C8A3D0AC7}" dt="2023-01-23T11:19:10.209" v="18" actId="20577"/>
          <ac:spMkLst>
            <pc:docMk/>
            <pc:sldMk cId="0" sldId="269"/>
            <ac:spMk id="644" creationId="{00000000-0000-0000-0000-000000000000}"/>
          </ac:spMkLst>
        </pc:spChg>
        <pc:spChg chg="mod">
          <ac:chgData name="Торопова Анастасия Игоревна" userId="S::toropova_ai@archk.ru::ccf55b8b-4c71-4484-9ef8-91a0cbed1e94" providerId="AD" clId="Web-{E2FF72E9-5205-82D1-B86B-7C4C8A3D0AC7}" dt="2023-01-23T11:19:33.241" v="20" actId="1076"/>
          <ac:spMkLst>
            <pc:docMk/>
            <pc:sldMk cId="0" sldId="269"/>
            <ac:spMk id="647" creationId="{00000000-0000-0000-0000-000000000000}"/>
          </ac:spMkLst>
        </pc:spChg>
        <pc:spChg chg="mod">
          <ac:chgData name="Торопова Анастасия Игоревна" userId="S::toropova_ai@archk.ru::ccf55b8b-4c71-4484-9ef8-91a0cbed1e94" providerId="AD" clId="Web-{E2FF72E9-5205-82D1-B86B-7C4C8A3D0AC7}" dt="2023-01-23T11:19:42.694" v="21" actId="1076"/>
          <ac:spMkLst>
            <pc:docMk/>
            <pc:sldMk cId="0" sldId="269"/>
            <ac:spMk id="648" creationId="{00000000-0000-0000-0000-000000000000}"/>
          </ac:spMkLst>
        </pc:spChg>
      </pc:sldChg>
    </pc:docChg>
  </pc:docChgLst>
  <pc:docChgLst>
    <pc:chgData name="Левкина Наталья" userId="430a77c7-2aa0-412b-9874-6952fe3919bd" providerId="ADAL" clId="{7527D0F8-2351-409E-85E7-502C43E78A01}"/>
    <pc:docChg chg="undo custSel modSld">
      <pc:chgData name="Левкина Наталья" userId="430a77c7-2aa0-412b-9874-6952fe3919bd" providerId="ADAL" clId="{7527D0F8-2351-409E-85E7-502C43E78A01}" dt="2021-08-02T17:09:20.761" v="1355" actId="20577"/>
      <pc:docMkLst>
        <pc:docMk/>
      </pc:docMkLst>
      <pc:sldChg chg="addSp delSp modSp mod modNotesTx">
        <pc:chgData name="Левкина Наталья" userId="430a77c7-2aa0-412b-9874-6952fe3919bd" providerId="ADAL" clId="{7527D0F8-2351-409E-85E7-502C43E78A01}" dt="2021-08-02T17:09:20.761" v="1355" actId="20577"/>
        <pc:sldMkLst>
          <pc:docMk/>
          <pc:sldMk cId="2063599093" sldId="2833"/>
        </pc:sldMkLst>
        <pc:spChg chg="mod">
          <ac:chgData name="Левкина Наталья" userId="430a77c7-2aa0-412b-9874-6952fe3919bd" providerId="ADAL" clId="{7527D0F8-2351-409E-85E7-502C43E78A01}" dt="2021-08-02T16:42:27.948" v="2" actId="2711"/>
          <ac:spMkLst>
            <pc:docMk/>
            <pc:sldMk cId="2063599093" sldId="2833"/>
            <ac:spMk id="3" creationId="{1996F597-ED1A-4103-9F4E-D2DEACD91D71}"/>
          </ac:spMkLst>
        </pc:spChg>
        <pc:spChg chg="mod">
          <ac:chgData name="Левкина Наталья" userId="430a77c7-2aa0-412b-9874-6952fe3919bd" providerId="ADAL" clId="{7527D0F8-2351-409E-85E7-502C43E78A01}" dt="2021-08-02T16:48:06.362" v="88" actId="1076"/>
          <ac:spMkLst>
            <pc:docMk/>
            <pc:sldMk cId="2063599093" sldId="2833"/>
            <ac:spMk id="4" creationId="{782F2729-2AC2-4BE6-8123-F2BB08AF81A2}"/>
          </ac:spMkLst>
        </pc:spChg>
        <pc:spChg chg="mod">
          <ac:chgData name="Левкина Наталья" userId="430a77c7-2aa0-412b-9874-6952fe3919bd" providerId="ADAL" clId="{7527D0F8-2351-409E-85E7-502C43E78A01}" dt="2021-08-02T17:07:05.488" v="1273" actId="20577"/>
          <ac:spMkLst>
            <pc:docMk/>
            <pc:sldMk cId="2063599093" sldId="2833"/>
            <ac:spMk id="5" creationId="{545E2BE3-5FEC-49C7-95AF-693E8FC2453E}"/>
          </ac:spMkLst>
        </pc:spChg>
        <pc:spChg chg="mod">
          <ac:chgData name="Левкина Наталья" userId="430a77c7-2aa0-412b-9874-6952fe3919bd" providerId="ADAL" clId="{7527D0F8-2351-409E-85E7-502C43E78A01}" dt="2021-08-02T16:55:10.779" v="398" actId="20577"/>
          <ac:spMkLst>
            <pc:docMk/>
            <pc:sldMk cId="2063599093" sldId="2833"/>
            <ac:spMk id="6" creationId="{3D0E8002-1A96-4868-BC6D-81DC138B56EF}"/>
          </ac:spMkLst>
        </pc:spChg>
        <pc:spChg chg="mod">
          <ac:chgData name="Левкина Наталья" userId="430a77c7-2aa0-412b-9874-6952fe3919bd" providerId="ADAL" clId="{7527D0F8-2351-409E-85E7-502C43E78A01}" dt="2021-08-02T16:46:32.998" v="65" actId="20577"/>
          <ac:spMkLst>
            <pc:docMk/>
            <pc:sldMk cId="2063599093" sldId="2833"/>
            <ac:spMk id="8" creationId="{3FF39FD0-06FC-4ED3-8534-783A1CDE8D3A}"/>
          </ac:spMkLst>
        </pc:spChg>
        <pc:spChg chg="mod">
          <ac:chgData name="Левкина Наталья" userId="430a77c7-2aa0-412b-9874-6952fe3919bd" providerId="ADAL" clId="{7527D0F8-2351-409E-85E7-502C43E78A01}" dt="2021-08-02T16:46:39.792" v="67" actId="20577"/>
          <ac:spMkLst>
            <pc:docMk/>
            <pc:sldMk cId="2063599093" sldId="2833"/>
            <ac:spMk id="9" creationId="{FFACFF3F-7EBD-4ADA-958F-30B3A23E076C}"/>
          </ac:spMkLst>
        </pc:spChg>
        <pc:spChg chg="add del mod">
          <ac:chgData name="Левкина Наталья" userId="430a77c7-2aa0-412b-9874-6952fe3919bd" providerId="ADAL" clId="{7527D0F8-2351-409E-85E7-502C43E78A01}" dt="2021-08-02T16:45:49.569" v="54" actId="478"/>
          <ac:spMkLst>
            <pc:docMk/>
            <pc:sldMk cId="2063599093" sldId="2833"/>
            <ac:spMk id="10" creationId="{161539EF-7B98-4E6E-AD3D-20B3E96E5A47}"/>
          </ac:spMkLst>
        </pc:spChg>
        <pc:spChg chg="mod">
          <ac:chgData name="Левкина Наталья" userId="430a77c7-2aa0-412b-9874-6952fe3919bd" providerId="ADAL" clId="{7527D0F8-2351-409E-85E7-502C43E78A01}" dt="2021-08-02T16:46:17.665" v="60" actId="20577"/>
          <ac:spMkLst>
            <pc:docMk/>
            <pc:sldMk cId="2063599093" sldId="2833"/>
            <ac:spMk id="14" creationId="{9A13A8FB-C30B-41F1-9E7F-76671AD5BE0E}"/>
          </ac:spMkLst>
        </pc:spChg>
        <pc:spChg chg="mod">
          <ac:chgData name="Левкина Наталья" userId="430a77c7-2aa0-412b-9874-6952fe3919bd" providerId="ADAL" clId="{7527D0F8-2351-409E-85E7-502C43E78A01}" dt="2021-08-02T16:46:48.743" v="72" actId="20577"/>
          <ac:spMkLst>
            <pc:docMk/>
            <pc:sldMk cId="2063599093" sldId="2833"/>
            <ac:spMk id="15" creationId="{E64B4561-DBC6-436F-BA29-567821EF7055}"/>
          </ac:spMkLst>
        </pc:spChg>
        <pc:spChg chg="mod">
          <ac:chgData name="Левкина Наталья" userId="430a77c7-2aa0-412b-9874-6952fe3919bd" providerId="ADAL" clId="{7527D0F8-2351-409E-85E7-502C43E78A01}" dt="2021-08-02T16:46:53.545" v="74" actId="20577"/>
          <ac:spMkLst>
            <pc:docMk/>
            <pc:sldMk cId="2063599093" sldId="2833"/>
            <ac:spMk id="16" creationId="{7DEA4181-A73A-4D52-8707-EB6A6FFB587C}"/>
          </ac:spMkLst>
        </pc:spChg>
        <pc:spChg chg="mod">
          <ac:chgData name="Левкина Наталья" userId="430a77c7-2aa0-412b-9874-6952fe3919bd" providerId="ADAL" clId="{7527D0F8-2351-409E-85E7-502C43E78A01}" dt="2021-08-02T16:46:56.527" v="75" actId="20577"/>
          <ac:spMkLst>
            <pc:docMk/>
            <pc:sldMk cId="2063599093" sldId="2833"/>
            <ac:spMk id="17" creationId="{44B829EE-A691-4217-9749-FB690CCB5D97}"/>
          </ac:spMkLst>
        </pc:spChg>
        <pc:spChg chg="mod">
          <ac:chgData name="Левкина Наталья" userId="430a77c7-2aa0-412b-9874-6952fe3919bd" providerId="ADAL" clId="{7527D0F8-2351-409E-85E7-502C43E78A01}" dt="2021-08-02T16:47:50.939" v="80" actId="20577"/>
          <ac:spMkLst>
            <pc:docMk/>
            <pc:sldMk cId="2063599093" sldId="2833"/>
            <ac:spMk id="18" creationId="{6C89CAB4-74EC-46A3-AB4C-D9919DFF564E}"/>
          </ac:spMkLst>
        </pc:spChg>
        <pc:spChg chg="mod">
          <ac:chgData name="Левкина Наталья" userId="430a77c7-2aa0-412b-9874-6952fe3919bd" providerId="ADAL" clId="{7527D0F8-2351-409E-85E7-502C43E78A01}" dt="2021-08-02T16:47:54.288" v="83" actId="20577"/>
          <ac:spMkLst>
            <pc:docMk/>
            <pc:sldMk cId="2063599093" sldId="2833"/>
            <ac:spMk id="19" creationId="{B30D6E46-FB46-4D78-9117-EC3CC74D9263}"/>
          </ac:spMkLst>
        </pc:spChg>
        <pc:spChg chg="mod">
          <ac:chgData name="Левкина Наталья" userId="430a77c7-2aa0-412b-9874-6952fe3919bd" providerId="ADAL" clId="{7527D0F8-2351-409E-85E7-502C43E78A01}" dt="2021-08-02T16:47:21.138" v="77" actId="20577"/>
          <ac:spMkLst>
            <pc:docMk/>
            <pc:sldMk cId="2063599093" sldId="2833"/>
            <ac:spMk id="20" creationId="{545B1C1C-6C1E-4263-9AE5-2D144251B7B8}"/>
          </ac:spMkLst>
        </pc:spChg>
        <pc:spChg chg="mod">
          <ac:chgData name="Левкина Наталья" userId="430a77c7-2aa0-412b-9874-6952fe3919bd" providerId="ADAL" clId="{7527D0F8-2351-409E-85E7-502C43E78A01}" dt="2021-08-02T16:48:47.902" v="89" actId="20577"/>
          <ac:spMkLst>
            <pc:docMk/>
            <pc:sldMk cId="2063599093" sldId="2833"/>
            <ac:spMk id="21" creationId="{BAF985E5-0E92-4C15-94F2-C31960010CFD}"/>
          </ac:spMkLst>
        </pc:spChg>
        <pc:picChg chg="del">
          <ac:chgData name="Левкина Наталья" userId="430a77c7-2aa0-412b-9874-6952fe3919bd" providerId="ADAL" clId="{7527D0F8-2351-409E-85E7-502C43E78A01}" dt="2021-08-02T16:45:27.495" v="49" actId="478"/>
          <ac:picMkLst>
            <pc:docMk/>
            <pc:sldMk cId="2063599093" sldId="2833"/>
            <ac:picMk id="23" creationId="{9214E9D7-4978-4392-BB42-0081D16DA808}"/>
          </ac:picMkLst>
        </pc:picChg>
        <pc:picChg chg="add mod">
          <ac:chgData name="Левкина Наталья" userId="430a77c7-2aa0-412b-9874-6952fe3919bd" providerId="ADAL" clId="{7527D0F8-2351-409E-85E7-502C43E78A01}" dt="2021-08-02T16:45:55.264" v="57" actId="1076"/>
          <ac:picMkLst>
            <pc:docMk/>
            <pc:sldMk cId="2063599093" sldId="2833"/>
            <ac:picMk id="24" creationId="{BAA6B6DF-B2CC-4B78-B77C-B80CB81B2047}"/>
          </ac:picMkLst>
        </pc:picChg>
        <pc:picChg chg="add mod">
          <ac:chgData name="Левкина Наталья" userId="430a77c7-2aa0-412b-9874-6952fe3919bd" providerId="ADAL" clId="{7527D0F8-2351-409E-85E7-502C43E78A01}" dt="2021-08-02T16:45:56.613" v="58" actId="1076"/>
          <ac:picMkLst>
            <pc:docMk/>
            <pc:sldMk cId="2063599093" sldId="2833"/>
            <ac:picMk id="25" creationId="{E5F990A6-5AAC-4C4E-8330-CF447497C220}"/>
          </ac:picMkLst>
        </pc:picChg>
      </pc:sldChg>
    </pc:docChg>
  </pc:docChgLst>
  <pc:docChgLst>
    <pc:chgData name="Дмитриев Федор" userId="S::dmitriev_fr@archk.ru::46b52d77-667a-4132-a5fa-3abe87f4a430" providerId="AD" clId="Web-{9C035472-5A33-C2FB-A233-17A76D6F8947}"/>
    <pc:docChg chg="modSld">
      <pc:chgData name="Дмитриев Федор" userId="S::dmitriev_fr@archk.ru::46b52d77-667a-4132-a5fa-3abe87f4a430" providerId="AD" clId="Web-{9C035472-5A33-C2FB-A233-17A76D6F8947}" dt="2021-12-08T06:02:02.289" v="1" actId="20577"/>
      <pc:docMkLst>
        <pc:docMk/>
      </pc:docMkLst>
      <pc:sldChg chg="modSp">
        <pc:chgData name="Дмитриев Федор" userId="S::dmitriev_fr@archk.ru::46b52d77-667a-4132-a5fa-3abe87f4a430" providerId="AD" clId="Web-{9C035472-5A33-C2FB-A233-17A76D6F8947}" dt="2021-12-08T06:02:02.289" v="1" actId="20577"/>
        <pc:sldMkLst>
          <pc:docMk/>
          <pc:sldMk cId="2063599093" sldId="2833"/>
        </pc:sldMkLst>
        <pc:spChg chg="mod">
          <ac:chgData name="Дмитриев Федор" userId="S::dmitriev_fr@archk.ru::46b52d77-667a-4132-a5fa-3abe87f4a430" providerId="AD" clId="Web-{9C035472-5A33-C2FB-A233-17A76D6F8947}" dt="2021-12-08T06:02:02.289" v="1" actId="20577"/>
          <ac:spMkLst>
            <pc:docMk/>
            <pc:sldMk cId="2063599093" sldId="2833"/>
            <ac:spMk id="2" creationId="{59F4B8FA-C23B-4756-B835-118211CA39F3}"/>
          </ac:spMkLst>
        </pc:spChg>
      </pc:sldChg>
    </pc:docChg>
  </pc:docChgLst>
  <pc:docChgLst>
    <pc:chgData name="Осипенко Святослав Вячеславович" userId="2989a2a6-3e20-4aab-8dc9-0a51d28f28f4" providerId="ADAL" clId="{527CE06F-F21C-4843-BB7C-69FB0C41EEC4}"/>
    <pc:docChg chg="undo custSel modSld">
      <pc:chgData name="Осипенко Святослав Вячеславович" userId="2989a2a6-3e20-4aab-8dc9-0a51d28f28f4" providerId="ADAL" clId="{527CE06F-F21C-4843-BB7C-69FB0C41EEC4}" dt="2024-02-24T08:46:19.331" v="1010" actId="20577"/>
      <pc:docMkLst>
        <pc:docMk/>
      </pc:docMkLst>
      <pc:sldChg chg="addSp delSp modSp mod modNotesTx">
        <pc:chgData name="Осипенко Святослав Вячеславович" userId="2989a2a6-3e20-4aab-8dc9-0a51d28f28f4" providerId="ADAL" clId="{527CE06F-F21C-4843-BB7C-69FB0C41EEC4}" dt="2024-02-24T08:46:19.331" v="1010" actId="20577"/>
        <pc:sldMkLst>
          <pc:docMk/>
          <pc:sldMk cId="0" sldId="269"/>
        </pc:sldMkLst>
        <pc:spChg chg="mod">
          <ac:chgData name="Осипенко Святослав Вячеславович" userId="2989a2a6-3e20-4aab-8dc9-0a51d28f28f4" providerId="ADAL" clId="{527CE06F-F21C-4843-BB7C-69FB0C41EEC4}" dt="2024-02-20T13:38:20.710" v="808" actId="20577"/>
          <ac:spMkLst>
            <pc:docMk/>
            <pc:sldMk cId="0" sldId="269"/>
            <ac:spMk id="60" creationId="{708E648B-3E83-4024-A470-0CAF496988AF}"/>
          </ac:spMkLst>
        </pc:spChg>
        <pc:spChg chg="mod">
          <ac:chgData name="Осипенко Святослав Вячеславович" userId="2989a2a6-3e20-4aab-8dc9-0a51d28f28f4" providerId="ADAL" clId="{527CE06F-F21C-4843-BB7C-69FB0C41EEC4}" dt="2024-02-20T13:35:38.494" v="779" actId="113"/>
          <ac:spMkLst>
            <pc:docMk/>
            <pc:sldMk cId="0" sldId="269"/>
            <ac:spMk id="62" creationId="{51FB38B2-90A5-46D8-9F16-5B596D343557}"/>
          </ac:spMkLst>
        </pc:spChg>
        <pc:spChg chg="mod">
          <ac:chgData name="Осипенко Святослав Вячеславович" userId="2989a2a6-3e20-4aab-8dc9-0a51d28f28f4" providerId="ADAL" clId="{527CE06F-F21C-4843-BB7C-69FB0C41EEC4}" dt="2024-02-20T13:35:51.378" v="790" actId="20577"/>
          <ac:spMkLst>
            <pc:docMk/>
            <pc:sldMk cId="0" sldId="269"/>
            <ac:spMk id="638" creationId="{00000000-0000-0000-0000-000000000000}"/>
          </ac:spMkLst>
        </pc:spChg>
        <pc:spChg chg="mod">
          <ac:chgData name="Осипенко Святослав Вячеславович" userId="2989a2a6-3e20-4aab-8dc9-0a51d28f28f4" providerId="ADAL" clId="{527CE06F-F21C-4843-BB7C-69FB0C41EEC4}" dt="2024-02-20T13:38:04.950" v="793" actId="20577"/>
          <ac:spMkLst>
            <pc:docMk/>
            <pc:sldMk cId="0" sldId="269"/>
            <ac:spMk id="639" creationId="{00000000-0000-0000-0000-000000000000}"/>
          </ac:spMkLst>
        </pc:spChg>
        <pc:spChg chg="mod">
          <ac:chgData name="Осипенко Святослав Вячеславович" userId="2989a2a6-3e20-4aab-8dc9-0a51d28f28f4" providerId="ADAL" clId="{527CE06F-F21C-4843-BB7C-69FB0C41EEC4}" dt="2024-02-20T12:53:48.028" v="26" actId="20577"/>
          <ac:spMkLst>
            <pc:docMk/>
            <pc:sldMk cId="0" sldId="269"/>
            <ac:spMk id="644" creationId="{00000000-0000-0000-0000-000000000000}"/>
          </ac:spMkLst>
        </pc:spChg>
        <pc:spChg chg="mod">
          <ac:chgData name="Осипенко Святослав Вячеславович" userId="2989a2a6-3e20-4aab-8dc9-0a51d28f28f4" providerId="ADAL" clId="{527CE06F-F21C-4843-BB7C-69FB0C41EEC4}" dt="2024-02-20T12:52:32.385" v="12" actId="1076"/>
          <ac:spMkLst>
            <pc:docMk/>
            <pc:sldMk cId="0" sldId="269"/>
            <ac:spMk id="646" creationId="{00000000-0000-0000-0000-000000000000}"/>
          </ac:spMkLst>
        </pc:spChg>
        <pc:spChg chg="mod">
          <ac:chgData name="Осипенко Святослав Вячеславович" userId="2989a2a6-3e20-4aab-8dc9-0a51d28f28f4" providerId="ADAL" clId="{527CE06F-F21C-4843-BB7C-69FB0C41EEC4}" dt="2024-02-20T13:40:40.613" v="867" actId="20577"/>
          <ac:spMkLst>
            <pc:docMk/>
            <pc:sldMk cId="0" sldId="269"/>
            <ac:spMk id="650" creationId="{00000000-0000-0000-0000-000000000000}"/>
          </ac:spMkLst>
        </pc:spChg>
        <pc:spChg chg="mod">
          <ac:chgData name="Осипенко Святослав Вячеславович" userId="2989a2a6-3e20-4aab-8dc9-0a51d28f28f4" providerId="ADAL" clId="{527CE06F-F21C-4843-BB7C-69FB0C41EEC4}" dt="2024-02-20T13:40:53.053" v="872" actId="20577"/>
          <ac:spMkLst>
            <pc:docMk/>
            <pc:sldMk cId="0" sldId="269"/>
            <ac:spMk id="651" creationId="{00000000-0000-0000-0000-000000000000}"/>
          </ac:spMkLst>
        </pc:spChg>
        <pc:spChg chg="mod">
          <ac:chgData name="Осипенко Святослав Вячеславович" userId="2989a2a6-3e20-4aab-8dc9-0a51d28f28f4" providerId="ADAL" clId="{527CE06F-F21C-4843-BB7C-69FB0C41EEC4}" dt="2024-02-20T13:43:12.308" v="888" actId="20577"/>
          <ac:spMkLst>
            <pc:docMk/>
            <pc:sldMk cId="0" sldId="269"/>
            <ac:spMk id="653" creationId="{00000000-0000-0000-0000-000000000000}"/>
          </ac:spMkLst>
        </pc:spChg>
        <pc:spChg chg="mod">
          <ac:chgData name="Осипенко Святослав Вячеславович" userId="2989a2a6-3e20-4aab-8dc9-0a51d28f28f4" providerId="ADAL" clId="{527CE06F-F21C-4843-BB7C-69FB0C41EEC4}" dt="2024-02-20T13:40:24.195" v="855" actId="20577"/>
          <ac:spMkLst>
            <pc:docMk/>
            <pc:sldMk cId="0" sldId="269"/>
            <ac:spMk id="657" creationId="{00000000-0000-0000-0000-000000000000}"/>
          </ac:spMkLst>
        </pc:spChg>
        <pc:spChg chg="mod">
          <ac:chgData name="Осипенко Святослав Вячеславович" userId="2989a2a6-3e20-4aab-8dc9-0a51d28f28f4" providerId="ADAL" clId="{527CE06F-F21C-4843-BB7C-69FB0C41EEC4}" dt="2024-02-20T13:40:29.176" v="861" actId="20577"/>
          <ac:spMkLst>
            <pc:docMk/>
            <pc:sldMk cId="0" sldId="269"/>
            <ac:spMk id="658" creationId="{00000000-0000-0000-0000-000000000000}"/>
          </ac:spMkLst>
        </pc:spChg>
        <pc:spChg chg="mod">
          <ac:chgData name="Осипенко Святослав Вячеславович" userId="2989a2a6-3e20-4aab-8dc9-0a51d28f28f4" providerId="ADAL" clId="{527CE06F-F21C-4843-BB7C-69FB0C41EEC4}" dt="2024-02-20T13:43:15.933" v="890" actId="20577"/>
          <ac:spMkLst>
            <pc:docMk/>
            <pc:sldMk cId="0" sldId="269"/>
            <ac:spMk id="660" creationId="{00000000-0000-0000-0000-000000000000}"/>
          </ac:spMkLst>
        </pc:spChg>
        <pc:spChg chg="mod">
          <ac:chgData name="Осипенко Святослав Вячеславович" userId="2989a2a6-3e20-4aab-8dc9-0a51d28f28f4" providerId="ADAL" clId="{527CE06F-F21C-4843-BB7C-69FB0C41EEC4}" dt="2024-02-20T13:41:00.218" v="879" actId="20577"/>
          <ac:spMkLst>
            <pc:docMk/>
            <pc:sldMk cId="0" sldId="269"/>
            <ac:spMk id="664" creationId="{00000000-0000-0000-0000-000000000000}"/>
          </ac:spMkLst>
        </pc:spChg>
        <pc:spChg chg="mod">
          <ac:chgData name="Осипенко Святослав Вячеславович" userId="2989a2a6-3e20-4aab-8dc9-0a51d28f28f4" providerId="ADAL" clId="{527CE06F-F21C-4843-BB7C-69FB0C41EEC4}" dt="2024-02-20T13:41:05.015" v="884" actId="20577"/>
          <ac:spMkLst>
            <pc:docMk/>
            <pc:sldMk cId="0" sldId="269"/>
            <ac:spMk id="665" creationId="{00000000-0000-0000-0000-000000000000}"/>
          </ac:spMkLst>
        </pc:spChg>
        <pc:spChg chg="mod">
          <ac:chgData name="Осипенко Святослав Вячеславович" userId="2989a2a6-3e20-4aab-8dc9-0a51d28f28f4" providerId="ADAL" clId="{527CE06F-F21C-4843-BB7C-69FB0C41EEC4}" dt="2024-02-20T13:43:20.302" v="894" actId="20577"/>
          <ac:spMkLst>
            <pc:docMk/>
            <pc:sldMk cId="0" sldId="269"/>
            <ac:spMk id="667" creationId="{00000000-0000-0000-0000-000000000000}"/>
          </ac:spMkLst>
        </pc:spChg>
        <pc:picChg chg="add mod modCrop">
          <ac:chgData name="Осипенко Святослав Вячеславович" userId="2989a2a6-3e20-4aab-8dc9-0a51d28f28f4" providerId="ADAL" clId="{527CE06F-F21C-4843-BB7C-69FB0C41EEC4}" dt="2024-02-20T12:52:07.827" v="6" actId="1076"/>
          <ac:picMkLst>
            <pc:docMk/>
            <pc:sldMk cId="0" sldId="269"/>
            <ac:picMk id="3" creationId="{21468CCD-6542-4531-9C3C-DA401F34EFC0}"/>
          </ac:picMkLst>
        </pc:picChg>
        <pc:picChg chg="del">
          <ac:chgData name="Осипенко Святослав Вячеславович" userId="2989a2a6-3e20-4aab-8dc9-0a51d28f28f4" providerId="ADAL" clId="{527CE06F-F21C-4843-BB7C-69FB0C41EEC4}" dt="2024-02-20T12:46:23.767" v="1" actId="478"/>
          <ac:picMkLst>
            <pc:docMk/>
            <pc:sldMk cId="0" sldId="269"/>
            <ac:picMk id="57" creationId="{3A50EB0B-103B-4A3E-9082-1B88AEE0850C}"/>
          </ac:picMkLst>
        </pc:picChg>
        <pc:picChg chg="del">
          <ac:chgData name="Осипенко Святослав Вячеславович" userId="2989a2a6-3e20-4aab-8dc9-0a51d28f28f4" providerId="ADAL" clId="{527CE06F-F21C-4843-BB7C-69FB0C41EEC4}" dt="2024-02-20T12:46:19.420" v="0" actId="478"/>
          <ac:picMkLst>
            <pc:docMk/>
            <pc:sldMk cId="0" sldId="269"/>
            <ac:picMk id="58" creationId="{B885E1F2-2A64-4201-82CA-54254FE4C056}"/>
          </ac:picMkLst>
        </pc:picChg>
      </pc:sldChg>
    </pc:docChg>
  </pc:docChgLst>
  <pc:docChgLst>
    <pc:chgData name="Торопова Анастасия Игоревна" userId="95aaafd3-aa7c-492f-a7df-a919cb5b5516" providerId="ADAL" clId="{8D1FC98A-DDFE-4613-9ADB-2583A109BF33}"/>
    <pc:docChg chg="modSld">
      <pc:chgData name="Торопова Анастасия Игоревна" userId="95aaafd3-aa7c-492f-a7df-a919cb5b5516" providerId="ADAL" clId="{8D1FC98A-DDFE-4613-9ADB-2583A109BF33}" dt="2024-06-10T07:36:19.143" v="20" actId="20577"/>
      <pc:docMkLst>
        <pc:docMk/>
      </pc:docMkLst>
      <pc:sldChg chg="modSp mod">
        <pc:chgData name="Торопова Анастасия Игоревна" userId="95aaafd3-aa7c-492f-a7df-a919cb5b5516" providerId="ADAL" clId="{8D1FC98A-DDFE-4613-9ADB-2583A109BF33}" dt="2024-06-10T07:36:19.143" v="20" actId="20577"/>
        <pc:sldMkLst>
          <pc:docMk/>
          <pc:sldMk cId="0" sldId="269"/>
        </pc:sldMkLst>
        <pc:spChg chg="mod">
          <ac:chgData name="Торопова Анастасия Игоревна" userId="95aaafd3-aa7c-492f-a7df-a919cb5b5516" providerId="ADAL" clId="{8D1FC98A-DDFE-4613-9ADB-2583A109BF33}" dt="2024-06-10T07:36:19.143" v="20" actId="20577"/>
          <ac:spMkLst>
            <pc:docMk/>
            <pc:sldMk cId="0" sldId="269"/>
            <ac:spMk id="62" creationId="{51FB38B2-90A5-46D8-9F16-5B596D343557}"/>
          </ac:spMkLst>
        </pc:spChg>
      </pc:sldChg>
    </pc:docChg>
  </pc:docChgLst>
  <pc:docChgLst>
    <pc:chgData name="Осипенко Святослав Вячеславович" userId="c86cff60-98fb-424b-bb69-33baf9820327" providerId="ADAL" clId="{9CF033B9-B141-4BB7-BFB5-F26A97F58B32}"/>
    <pc:docChg chg="undo redo custSel modSld">
      <pc:chgData name="Осипенко Святослав Вячеславович" userId="c86cff60-98fb-424b-bb69-33baf9820327" providerId="ADAL" clId="{9CF033B9-B141-4BB7-BFB5-F26A97F58B32}" dt="2023-10-25T06:07:32.718" v="1359" actId="1076"/>
      <pc:docMkLst>
        <pc:docMk/>
      </pc:docMkLst>
      <pc:sldChg chg="addSp delSp modSp mod modNotesTx">
        <pc:chgData name="Осипенко Святослав Вячеславович" userId="c86cff60-98fb-424b-bb69-33baf9820327" providerId="ADAL" clId="{9CF033B9-B141-4BB7-BFB5-F26A97F58B32}" dt="2023-10-25T06:05:39.997" v="1324" actId="20578"/>
        <pc:sldMkLst>
          <pc:docMk/>
          <pc:sldMk cId="0" sldId="269"/>
        </pc:sldMkLst>
        <pc:spChg chg="mod">
          <ac:chgData name="Осипенко Святослав Вячеславович" userId="c86cff60-98fb-424b-bb69-33baf9820327" providerId="ADAL" clId="{9CF033B9-B141-4BB7-BFB5-F26A97F58B32}" dt="2023-10-24T10:39:11.021" v="143" actId="27636"/>
          <ac:spMkLst>
            <pc:docMk/>
            <pc:sldMk cId="0" sldId="269"/>
            <ac:spMk id="60" creationId="{708E648B-3E83-4024-A470-0CAF496988AF}"/>
          </ac:spMkLst>
        </pc:spChg>
        <pc:spChg chg="mod">
          <ac:chgData name="Осипенко Святослав Вячеславович" userId="c86cff60-98fb-424b-bb69-33baf9820327" providerId="ADAL" clId="{9CF033B9-B141-4BB7-BFB5-F26A97F58B32}" dt="2023-10-25T06:05:39.997" v="1324" actId="20578"/>
          <ac:spMkLst>
            <pc:docMk/>
            <pc:sldMk cId="0" sldId="269"/>
            <ac:spMk id="62" creationId="{51FB38B2-90A5-46D8-9F16-5B596D343557}"/>
          </ac:spMkLst>
        </pc:spChg>
        <pc:spChg chg="mod">
          <ac:chgData name="Осипенко Святослав Вячеславович" userId="c86cff60-98fb-424b-bb69-33baf9820327" providerId="ADAL" clId="{9CF033B9-B141-4BB7-BFB5-F26A97F58B32}" dt="2023-10-24T10:36:33.685" v="40" actId="20577"/>
          <ac:spMkLst>
            <pc:docMk/>
            <pc:sldMk cId="0" sldId="269"/>
            <ac:spMk id="638" creationId="{00000000-0000-0000-0000-000000000000}"/>
          </ac:spMkLst>
        </pc:spChg>
        <pc:spChg chg="mod">
          <ac:chgData name="Осипенко Святослав Вячеславович" userId="c86cff60-98fb-424b-bb69-33baf9820327" providerId="ADAL" clId="{9CF033B9-B141-4BB7-BFB5-F26A97F58B32}" dt="2023-10-24T10:38:47.565" v="116" actId="20577"/>
          <ac:spMkLst>
            <pc:docMk/>
            <pc:sldMk cId="0" sldId="269"/>
            <ac:spMk id="639" creationId="{00000000-0000-0000-0000-000000000000}"/>
          </ac:spMkLst>
        </pc:spChg>
        <pc:spChg chg="mod">
          <ac:chgData name="Осипенко Святослав Вячеславович" userId="c86cff60-98fb-424b-bb69-33baf9820327" providerId="ADAL" clId="{9CF033B9-B141-4BB7-BFB5-F26A97F58B32}" dt="2023-10-24T10:39:58.083" v="153" actId="20577"/>
          <ac:spMkLst>
            <pc:docMk/>
            <pc:sldMk cId="0" sldId="269"/>
            <ac:spMk id="644" creationId="{00000000-0000-0000-0000-000000000000}"/>
          </ac:spMkLst>
        </pc:spChg>
        <pc:spChg chg="mod">
          <ac:chgData name="Осипенко Святослав Вячеславович" userId="c86cff60-98fb-424b-bb69-33baf9820327" providerId="ADAL" clId="{9CF033B9-B141-4BB7-BFB5-F26A97F58B32}" dt="2023-10-25T05:32:43.452" v="720" actId="1076"/>
          <ac:spMkLst>
            <pc:docMk/>
            <pc:sldMk cId="0" sldId="269"/>
            <ac:spMk id="646" creationId="{00000000-0000-0000-0000-000000000000}"/>
          </ac:spMkLst>
        </pc:spChg>
        <pc:spChg chg="mod">
          <ac:chgData name="Осипенко Святослав Вячеславович" userId="c86cff60-98fb-424b-bb69-33baf9820327" providerId="ADAL" clId="{9CF033B9-B141-4BB7-BFB5-F26A97F58B32}" dt="2023-10-25T05:32:34.852" v="719" actId="1076"/>
          <ac:spMkLst>
            <pc:docMk/>
            <pc:sldMk cId="0" sldId="269"/>
            <ac:spMk id="647" creationId="{00000000-0000-0000-0000-000000000000}"/>
          </ac:spMkLst>
        </pc:spChg>
        <pc:spChg chg="mod">
          <ac:chgData name="Осипенко Святослав Вячеславович" userId="c86cff60-98fb-424b-bb69-33baf9820327" providerId="ADAL" clId="{9CF033B9-B141-4BB7-BFB5-F26A97F58B32}" dt="2023-10-25T05:32:51.127" v="721" actId="1076"/>
          <ac:spMkLst>
            <pc:docMk/>
            <pc:sldMk cId="0" sldId="269"/>
            <ac:spMk id="648" creationId="{00000000-0000-0000-0000-000000000000}"/>
          </ac:spMkLst>
        </pc:spChg>
        <pc:spChg chg="mod">
          <ac:chgData name="Осипенко Святослав Вячеславович" userId="c86cff60-98fb-424b-bb69-33baf9820327" providerId="ADAL" clId="{9CF033B9-B141-4BB7-BFB5-F26A97F58B32}" dt="2023-10-25T05:19:03.929" v="171" actId="20577"/>
          <ac:spMkLst>
            <pc:docMk/>
            <pc:sldMk cId="0" sldId="269"/>
            <ac:spMk id="650" creationId="{00000000-0000-0000-0000-000000000000}"/>
          </ac:spMkLst>
        </pc:spChg>
        <pc:spChg chg="mod">
          <ac:chgData name="Осипенко Святослав Вячеславович" userId="c86cff60-98fb-424b-bb69-33baf9820327" providerId="ADAL" clId="{9CF033B9-B141-4BB7-BFB5-F26A97F58B32}" dt="2023-10-25T05:19:08.277" v="175" actId="20577"/>
          <ac:spMkLst>
            <pc:docMk/>
            <pc:sldMk cId="0" sldId="269"/>
            <ac:spMk id="651" creationId="{00000000-0000-0000-0000-000000000000}"/>
          </ac:spMkLst>
        </pc:spChg>
        <pc:spChg chg="mod">
          <ac:chgData name="Осипенко Святослав Вячеславович" userId="c86cff60-98fb-424b-bb69-33baf9820327" providerId="ADAL" clId="{9CF033B9-B141-4BB7-BFB5-F26A97F58B32}" dt="2023-10-25T05:19:37.184" v="179" actId="20577"/>
          <ac:spMkLst>
            <pc:docMk/>
            <pc:sldMk cId="0" sldId="269"/>
            <ac:spMk id="653" creationId="{00000000-0000-0000-0000-000000000000}"/>
          </ac:spMkLst>
        </pc:spChg>
        <pc:spChg chg="mod">
          <ac:chgData name="Осипенко Святослав Вячеславович" userId="c86cff60-98fb-424b-bb69-33baf9820327" providerId="ADAL" clId="{9CF033B9-B141-4BB7-BFB5-F26A97F58B32}" dt="2023-10-25T05:19:56.170" v="185" actId="20577"/>
          <ac:spMkLst>
            <pc:docMk/>
            <pc:sldMk cId="0" sldId="269"/>
            <ac:spMk id="657" creationId="{00000000-0000-0000-0000-000000000000}"/>
          </ac:spMkLst>
        </pc:spChg>
        <pc:spChg chg="mod">
          <ac:chgData name="Осипенко Святослав Вячеславович" userId="c86cff60-98fb-424b-bb69-33baf9820327" providerId="ADAL" clId="{9CF033B9-B141-4BB7-BFB5-F26A97F58B32}" dt="2023-10-25T05:19:59.649" v="189" actId="20577"/>
          <ac:spMkLst>
            <pc:docMk/>
            <pc:sldMk cId="0" sldId="269"/>
            <ac:spMk id="658" creationId="{00000000-0000-0000-0000-000000000000}"/>
          </ac:spMkLst>
        </pc:spChg>
        <pc:spChg chg="mod">
          <ac:chgData name="Осипенко Святослав Вячеславович" userId="c86cff60-98fb-424b-bb69-33baf9820327" providerId="ADAL" clId="{9CF033B9-B141-4BB7-BFB5-F26A97F58B32}" dt="2023-10-25T05:21:02.980" v="202" actId="20577"/>
          <ac:spMkLst>
            <pc:docMk/>
            <pc:sldMk cId="0" sldId="269"/>
            <ac:spMk id="660" creationId="{00000000-0000-0000-0000-000000000000}"/>
          </ac:spMkLst>
        </pc:spChg>
        <pc:spChg chg="mod">
          <ac:chgData name="Осипенко Святослав Вячеславович" userId="c86cff60-98fb-424b-bb69-33baf9820327" providerId="ADAL" clId="{9CF033B9-B141-4BB7-BFB5-F26A97F58B32}" dt="2023-10-25T05:20:29.729" v="198" actId="14100"/>
          <ac:spMkLst>
            <pc:docMk/>
            <pc:sldMk cId="0" sldId="269"/>
            <ac:spMk id="664" creationId="{00000000-0000-0000-0000-000000000000}"/>
          </ac:spMkLst>
        </pc:spChg>
        <pc:spChg chg="mod">
          <ac:chgData name="Осипенко Святослав Вячеславович" userId="c86cff60-98fb-424b-bb69-33baf9820327" providerId="ADAL" clId="{9CF033B9-B141-4BB7-BFB5-F26A97F58B32}" dt="2023-10-25T05:20:09.037" v="197" actId="20577"/>
          <ac:spMkLst>
            <pc:docMk/>
            <pc:sldMk cId="0" sldId="269"/>
            <ac:spMk id="665" creationId="{00000000-0000-0000-0000-000000000000}"/>
          </ac:spMkLst>
        </pc:spChg>
        <pc:spChg chg="mod">
          <ac:chgData name="Осипенко Святослав Вячеславович" userId="c86cff60-98fb-424b-bb69-33baf9820327" providerId="ADAL" clId="{9CF033B9-B141-4BB7-BFB5-F26A97F58B32}" dt="2023-10-25T05:21:19.302" v="204" actId="20577"/>
          <ac:spMkLst>
            <pc:docMk/>
            <pc:sldMk cId="0" sldId="269"/>
            <ac:spMk id="667" creationId="{00000000-0000-0000-0000-000000000000}"/>
          </ac:spMkLst>
        </pc:spChg>
        <pc:picChg chg="add mod">
          <ac:chgData name="Осипенко Святослав Вячеславович" userId="c86cff60-98fb-424b-bb69-33baf9820327" providerId="ADAL" clId="{9CF033B9-B141-4BB7-BFB5-F26A97F58B32}" dt="2023-10-24T10:41:30.847" v="159" actId="14100"/>
          <ac:picMkLst>
            <pc:docMk/>
            <pc:sldMk cId="0" sldId="269"/>
            <ac:picMk id="57" creationId="{3A50EB0B-103B-4A3E-9082-1B88AEE0850C}"/>
          </ac:picMkLst>
        </pc:picChg>
        <pc:picChg chg="add mod">
          <ac:chgData name="Осипенко Святослав Вячеславович" userId="c86cff60-98fb-424b-bb69-33baf9820327" providerId="ADAL" clId="{9CF033B9-B141-4BB7-BFB5-F26A97F58B32}" dt="2023-10-25T06:04:52.833" v="1317" actId="571"/>
          <ac:picMkLst>
            <pc:docMk/>
            <pc:sldMk cId="0" sldId="269"/>
            <ac:picMk id="58" creationId="{B885E1F2-2A64-4201-82CA-54254FE4C056}"/>
          </ac:picMkLst>
        </pc:picChg>
        <pc:picChg chg="del">
          <ac:chgData name="Осипенко Святослав Вячеславович" userId="c86cff60-98fb-424b-bb69-33baf9820327" providerId="ADAL" clId="{9CF033B9-B141-4BB7-BFB5-F26A97F58B32}" dt="2023-10-24T10:40:02.765" v="154" actId="478"/>
          <ac:picMkLst>
            <pc:docMk/>
            <pc:sldMk cId="0" sldId="269"/>
            <ac:picMk id="61" creationId="{199B7175-CE07-44A7-9F8B-569009C6C279}"/>
          </ac:picMkLst>
        </pc:picChg>
      </pc:sldChg>
      <pc:sldChg chg="addSp delSp modSp mod modNotesTx">
        <pc:chgData name="Осипенко Святослав Вячеславович" userId="c86cff60-98fb-424b-bb69-33baf9820327" providerId="ADAL" clId="{9CF033B9-B141-4BB7-BFB5-F26A97F58B32}" dt="2023-10-25T06:07:32.718" v="1359" actId="1076"/>
        <pc:sldMkLst>
          <pc:docMk/>
          <pc:sldMk cId="1895345874" sldId="2920"/>
        </pc:sldMkLst>
        <pc:spChg chg="mod">
          <ac:chgData name="Осипенко Святослав Вячеславович" userId="c86cff60-98fb-424b-bb69-33baf9820327" providerId="ADAL" clId="{9CF033B9-B141-4BB7-BFB5-F26A97F58B32}" dt="2023-10-25T06:07:14.670" v="1357" actId="1076"/>
          <ac:spMkLst>
            <pc:docMk/>
            <pc:sldMk cId="1895345874" sldId="2920"/>
            <ac:spMk id="18" creationId="{C22A9093-B536-0C7C-66A6-D7E6C502B6BF}"/>
          </ac:spMkLst>
        </pc:spChg>
        <pc:spChg chg="mod">
          <ac:chgData name="Осипенко Святослав Вячеславович" userId="c86cff60-98fb-424b-bb69-33baf9820327" providerId="ADAL" clId="{9CF033B9-B141-4BB7-BFB5-F26A97F58B32}" dt="2023-10-25T06:05:48.004" v="1325"/>
          <ac:spMkLst>
            <pc:docMk/>
            <pc:sldMk cId="1895345874" sldId="2920"/>
            <ac:spMk id="22" creationId="{2DA770F5-F2CA-55AC-778A-B5D8C40637E9}"/>
          </ac:spMkLst>
        </pc:spChg>
        <pc:spChg chg="mod">
          <ac:chgData name="Осипенко Святослав Вячеславович" userId="c86cff60-98fb-424b-bb69-33baf9820327" providerId="ADAL" clId="{9CF033B9-B141-4BB7-BFB5-F26A97F58B32}" dt="2023-10-25T06:07:25.827" v="1358" actId="1076"/>
          <ac:spMkLst>
            <pc:docMk/>
            <pc:sldMk cId="1895345874" sldId="2920"/>
            <ac:spMk id="41" creationId="{CE1D24DD-B923-A77A-6F54-AC8CBB150FFA}"/>
          </ac:spMkLst>
        </pc:spChg>
        <pc:spChg chg="mod">
          <ac:chgData name="Осипенко Святослав Вячеславович" userId="c86cff60-98fb-424b-bb69-33baf9820327" providerId="ADAL" clId="{9CF033B9-B141-4BB7-BFB5-F26A97F58B32}" dt="2023-10-25T06:06:58.238" v="1352" actId="14100"/>
          <ac:spMkLst>
            <pc:docMk/>
            <pc:sldMk cId="1895345874" sldId="2920"/>
            <ac:spMk id="639" creationId="{00000000-0000-0000-0000-000000000000}"/>
          </ac:spMkLst>
        </pc:spChg>
        <pc:spChg chg="mod">
          <ac:chgData name="Осипенко Святослав Вячеславович" userId="c86cff60-98fb-424b-bb69-33baf9820327" providerId="ADAL" clId="{9CF033B9-B141-4BB7-BFB5-F26A97F58B32}" dt="2023-10-25T06:06:33.485" v="1346" actId="1076"/>
          <ac:spMkLst>
            <pc:docMk/>
            <pc:sldMk cId="1895345874" sldId="2920"/>
            <ac:spMk id="644" creationId="{00000000-0000-0000-0000-000000000000}"/>
          </ac:spMkLst>
        </pc:spChg>
        <pc:spChg chg="mod">
          <ac:chgData name="Осипенко Святослав Вячеславович" userId="c86cff60-98fb-424b-bb69-33baf9820327" providerId="ADAL" clId="{9CF033B9-B141-4BB7-BFB5-F26A97F58B32}" dt="2023-10-25T06:06:26.555" v="1345" actId="1076"/>
          <ac:spMkLst>
            <pc:docMk/>
            <pc:sldMk cId="1895345874" sldId="2920"/>
            <ac:spMk id="646" creationId="{00000000-0000-0000-0000-000000000000}"/>
          </ac:spMkLst>
        </pc:spChg>
        <pc:spChg chg="mod">
          <ac:chgData name="Осипенко Святослав Вячеславович" userId="c86cff60-98fb-424b-bb69-33baf9820327" providerId="ADAL" clId="{9CF033B9-B141-4BB7-BFB5-F26A97F58B32}" dt="2023-10-25T06:07:32.718" v="1359" actId="1076"/>
          <ac:spMkLst>
            <pc:docMk/>
            <pc:sldMk cId="1895345874" sldId="2920"/>
            <ac:spMk id="648" creationId="{00000000-0000-0000-0000-000000000000}"/>
          </ac:spMkLst>
        </pc:spChg>
        <pc:picChg chg="del">
          <ac:chgData name="Осипенко Святослав Вячеславович" userId="c86cff60-98fb-424b-bb69-33baf9820327" providerId="ADAL" clId="{9CF033B9-B141-4BB7-BFB5-F26A97F58B32}" dt="2023-10-25T06:04:55.871" v="1318" actId="478"/>
          <ac:picMkLst>
            <pc:docMk/>
            <pc:sldMk cId="1895345874" sldId="2920"/>
            <ac:picMk id="17" creationId="{4E464DB7-36D0-46B9-A111-4F3CC5EE4C8C}"/>
          </ac:picMkLst>
        </pc:picChg>
        <pc:picChg chg="add mod">
          <ac:chgData name="Осипенко Святослав Вячеславович" userId="c86cff60-98fb-424b-bb69-33baf9820327" providerId="ADAL" clId="{9CF033B9-B141-4BB7-BFB5-F26A97F58B32}" dt="2023-10-25T06:05:01.878" v="1321" actId="14100"/>
          <ac:picMkLst>
            <pc:docMk/>
            <pc:sldMk cId="1895345874" sldId="2920"/>
            <ac:picMk id="19" creationId="{A703DB85-232A-497D-BF80-88B1378001C6}"/>
          </ac:picMkLst>
        </pc:picChg>
      </pc:sldChg>
    </pc:docChg>
  </pc:docChgLst>
  <pc:docChgLst>
    <pc:chgData name="Торопова Анастасия Игоревна" userId="S::toropova_ai@archk.ru::ccf55b8b-4c71-4484-9ef8-91a0cbed1e94" providerId="AD" clId="Web-{84CCC0B4-A9A5-A15E-8BE4-A5D2B516E11F}"/>
    <pc:docChg chg="modSld">
      <pc:chgData name="Торопова Анастасия Игоревна" userId="S::toropova_ai@archk.ru::ccf55b8b-4c71-4484-9ef8-91a0cbed1e94" providerId="AD" clId="Web-{84CCC0B4-A9A5-A15E-8BE4-A5D2B516E11F}" dt="2023-01-17T07:35:50.906" v="83" actId="1076"/>
      <pc:docMkLst>
        <pc:docMk/>
      </pc:docMkLst>
      <pc:sldChg chg="modSp modNotes">
        <pc:chgData name="Торопова Анастасия Игоревна" userId="S::toropova_ai@archk.ru::ccf55b8b-4c71-4484-9ef8-91a0cbed1e94" providerId="AD" clId="Web-{84CCC0B4-A9A5-A15E-8BE4-A5D2B516E11F}" dt="2023-01-17T07:35:50.906" v="83" actId="1076"/>
        <pc:sldMkLst>
          <pc:docMk/>
          <pc:sldMk cId="0" sldId="269"/>
        </pc:sldMkLst>
        <pc:spChg chg="mod">
          <ac:chgData name="Торопова Анастасия Игоревна" userId="S::toropova_ai@archk.ru::ccf55b8b-4c71-4484-9ef8-91a0cbed1e94" providerId="AD" clId="Web-{84CCC0B4-A9A5-A15E-8BE4-A5D2B516E11F}" dt="2023-01-17T07:35:50.906" v="83" actId="1076"/>
          <ac:spMkLst>
            <pc:docMk/>
            <pc:sldMk cId="0" sldId="269"/>
            <ac:spMk id="62" creationId="{51FB38B2-90A5-46D8-9F16-5B596D343557}"/>
          </ac:spMkLst>
        </pc:spChg>
        <pc:spChg chg="mod">
          <ac:chgData name="Торопова Анастасия Игоревна" userId="S::toropova_ai@archk.ru::ccf55b8b-4c71-4484-9ef8-91a0cbed1e94" providerId="AD" clId="Web-{84CCC0B4-A9A5-A15E-8BE4-A5D2B516E11F}" dt="2023-01-17T07:27:18.159" v="34" actId="20577"/>
          <ac:spMkLst>
            <pc:docMk/>
            <pc:sldMk cId="0" sldId="269"/>
            <ac:spMk id="622" creationId="{00000000-0000-0000-0000-000000000000}"/>
          </ac:spMkLst>
        </pc:spChg>
        <pc:spChg chg="mod">
          <ac:chgData name="Торопова Анастасия Игоревна" userId="S::toropova_ai@archk.ru::ccf55b8b-4c71-4484-9ef8-91a0cbed1e94" providerId="AD" clId="Web-{84CCC0B4-A9A5-A15E-8BE4-A5D2B516E11F}" dt="2023-01-17T07:27:05.534" v="33" actId="14100"/>
          <ac:spMkLst>
            <pc:docMk/>
            <pc:sldMk cId="0" sldId="269"/>
            <ac:spMk id="638" creationId="{00000000-0000-0000-0000-000000000000}"/>
          </ac:spMkLst>
        </pc:spChg>
        <pc:spChg chg="mod">
          <ac:chgData name="Торопова Анастасия Игоревна" userId="S::toropova_ai@archk.ru::ccf55b8b-4c71-4484-9ef8-91a0cbed1e94" providerId="AD" clId="Web-{84CCC0B4-A9A5-A15E-8BE4-A5D2B516E11F}" dt="2023-01-17T07:27:30.972" v="36" actId="20577"/>
          <ac:spMkLst>
            <pc:docMk/>
            <pc:sldMk cId="0" sldId="269"/>
            <ac:spMk id="639" creationId="{00000000-0000-0000-0000-000000000000}"/>
          </ac:spMkLst>
        </pc:spChg>
        <pc:spChg chg="mod">
          <ac:chgData name="Торопова Анастасия Игоревна" userId="S::toropova_ai@archk.ru::ccf55b8b-4c71-4484-9ef8-91a0cbed1e94" providerId="AD" clId="Web-{84CCC0B4-A9A5-A15E-8BE4-A5D2B516E11F}" dt="2023-01-17T07:24:50.968" v="13" actId="1076"/>
          <ac:spMkLst>
            <pc:docMk/>
            <pc:sldMk cId="0" sldId="269"/>
            <ac:spMk id="644" creationId="{00000000-0000-0000-0000-000000000000}"/>
          </ac:spMkLst>
        </pc:spChg>
        <pc:spChg chg="mod">
          <ac:chgData name="Торопова Анастасия Игоревна" userId="S::toropova_ai@archk.ru::ccf55b8b-4c71-4484-9ef8-91a0cbed1e94" providerId="AD" clId="Web-{84CCC0B4-A9A5-A15E-8BE4-A5D2B516E11F}" dt="2023-01-17T07:30:20.273" v="52" actId="1076"/>
          <ac:spMkLst>
            <pc:docMk/>
            <pc:sldMk cId="0" sldId="269"/>
            <ac:spMk id="650" creationId="{00000000-0000-0000-0000-000000000000}"/>
          </ac:spMkLst>
        </pc:spChg>
        <pc:spChg chg="mod">
          <ac:chgData name="Торопова Анастасия Игоревна" userId="S::toropova_ai@archk.ru::ccf55b8b-4c71-4484-9ef8-91a0cbed1e94" providerId="AD" clId="Web-{84CCC0B4-A9A5-A15E-8BE4-A5D2B516E11F}" dt="2023-01-17T07:29:16.350" v="45" actId="1076"/>
          <ac:spMkLst>
            <pc:docMk/>
            <pc:sldMk cId="0" sldId="269"/>
            <ac:spMk id="651" creationId="{00000000-0000-0000-0000-000000000000}"/>
          </ac:spMkLst>
        </pc:spChg>
        <pc:spChg chg="mod">
          <ac:chgData name="Торопова Анастасия Игоревна" userId="S::toropova_ai@archk.ru::ccf55b8b-4c71-4484-9ef8-91a0cbed1e94" providerId="AD" clId="Web-{84CCC0B4-A9A5-A15E-8BE4-A5D2B516E11F}" dt="2023-01-17T07:31:09.446" v="58" actId="1076"/>
          <ac:spMkLst>
            <pc:docMk/>
            <pc:sldMk cId="0" sldId="269"/>
            <ac:spMk id="658" creationId="{00000000-0000-0000-0000-000000000000}"/>
          </ac:spMkLst>
        </pc:spChg>
        <pc:spChg chg="mod">
          <ac:chgData name="Торопова Анастасия Игоревна" userId="S::toropova_ai@archk.ru::ccf55b8b-4c71-4484-9ef8-91a0cbed1e94" providerId="AD" clId="Web-{84CCC0B4-A9A5-A15E-8BE4-A5D2B516E11F}" dt="2023-01-17T07:31:09.477" v="59" actId="1076"/>
          <ac:spMkLst>
            <pc:docMk/>
            <pc:sldMk cId="0" sldId="269"/>
            <ac:spMk id="662" creationId="{00000000-0000-0000-0000-000000000000}"/>
          </ac:spMkLst>
        </pc:spChg>
        <pc:spChg chg="mod">
          <ac:chgData name="Торопова Анастасия Игоревна" userId="S::toropova_ai@archk.ru::ccf55b8b-4c71-4484-9ef8-91a0cbed1e94" providerId="AD" clId="Web-{84CCC0B4-A9A5-A15E-8BE4-A5D2B516E11F}" dt="2023-01-17T07:30:04.663" v="51" actId="14100"/>
          <ac:spMkLst>
            <pc:docMk/>
            <pc:sldMk cId="0" sldId="269"/>
            <ac:spMk id="664" creationId="{00000000-0000-0000-0000-000000000000}"/>
          </ac:spMkLst>
        </pc:spChg>
        <pc:spChg chg="mod">
          <ac:chgData name="Торопова Анастасия Игоревна" userId="S::toropova_ai@archk.ru::ccf55b8b-4c71-4484-9ef8-91a0cbed1e94" providerId="AD" clId="Web-{84CCC0B4-A9A5-A15E-8BE4-A5D2B516E11F}" dt="2023-01-17T07:31:18.431" v="60" actId="1076"/>
          <ac:spMkLst>
            <pc:docMk/>
            <pc:sldMk cId="0" sldId="269"/>
            <ac:spMk id="665" creationId="{00000000-0000-0000-0000-000000000000}"/>
          </ac:spMkLst>
        </pc:spChg>
        <pc:spChg chg="mod">
          <ac:chgData name="Торопова Анастасия Игоревна" userId="S::toropova_ai@archk.ru::ccf55b8b-4c71-4484-9ef8-91a0cbed1e94" providerId="AD" clId="Web-{84CCC0B4-A9A5-A15E-8BE4-A5D2B516E11F}" dt="2023-01-17T07:31:18.462" v="61" actId="1076"/>
          <ac:spMkLst>
            <pc:docMk/>
            <pc:sldMk cId="0" sldId="269"/>
            <ac:spMk id="669" creationId="{00000000-0000-0000-0000-000000000000}"/>
          </ac:spMkLst>
        </pc:spChg>
        <pc:picChg chg="mod">
          <ac:chgData name="Торопова Анастасия Игоревна" userId="S::toropova_ai@archk.ru::ccf55b8b-4c71-4484-9ef8-91a0cbed1e94" providerId="AD" clId="Web-{84CCC0B4-A9A5-A15E-8BE4-A5D2B516E11F}" dt="2023-01-17T07:26:52.924" v="30" actId="1076"/>
          <ac:picMkLst>
            <pc:docMk/>
            <pc:sldMk cId="0" sldId="269"/>
            <ac:picMk id="3" creationId="{7BB10D88-82E8-4192-BDD4-641174E8F793}"/>
          </ac:picMkLst>
        </pc:picChg>
        <pc:picChg chg="mod">
          <ac:chgData name="Торопова Анастасия Игоревна" userId="S::toropova_ai@archk.ru::ccf55b8b-4c71-4484-9ef8-91a0cbed1e94" providerId="AD" clId="Web-{84CCC0B4-A9A5-A15E-8BE4-A5D2B516E11F}" dt="2023-01-17T07:28:28.801" v="38" actId="14100"/>
          <ac:picMkLst>
            <pc:docMk/>
            <pc:sldMk cId="0" sldId="269"/>
            <ac:picMk id="61" creationId="{41626094-C03A-4AF2-96F6-7198BBC10CEA}"/>
          </ac:picMkLst>
        </pc:picChg>
      </pc:sldChg>
      <pc:sldChg chg="addSp delSp modSp">
        <pc:chgData name="Торопова Анастасия Игоревна" userId="S::toropova_ai@archk.ru::ccf55b8b-4c71-4484-9ef8-91a0cbed1e94" providerId="AD" clId="Web-{84CCC0B4-A9A5-A15E-8BE4-A5D2B516E11F}" dt="2023-01-17T07:34:52.342" v="82" actId="14100"/>
        <pc:sldMkLst>
          <pc:docMk/>
          <pc:sldMk cId="1895345874" sldId="2920"/>
        </pc:sldMkLst>
        <pc:spChg chg="mod">
          <ac:chgData name="Торопова Анастасия Игоревна" userId="S::toropova_ai@archk.ru::ccf55b8b-4c71-4484-9ef8-91a0cbed1e94" providerId="AD" clId="Web-{84CCC0B4-A9A5-A15E-8BE4-A5D2B516E11F}" dt="2023-01-17T07:34:42.498" v="81" actId="20577"/>
          <ac:spMkLst>
            <pc:docMk/>
            <pc:sldMk cId="1895345874" sldId="2920"/>
            <ac:spMk id="18" creationId="{C22A9093-B536-0C7C-66A6-D7E6C502B6BF}"/>
          </ac:spMkLst>
        </pc:spChg>
        <pc:spChg chg="add del mod">
          <ac:chgData name="Торопова Анастасия Игоревна" userId="S::toropova_ai@archk.ru::ccf55b8b-4c71-4484-9ef8-91a0cbed1e94" providerId="AD" clId="Web-{84CCC0B4-A9A5-A15E-8BE4-A5D2B516E11F}" dt="2023-01-17T07:32:17.135" v="73"/>
          <ac:spMkLst>
            <pc:docMk/>
            <pc:sldMk cId="1895345874" sldId="2920"/>
            <ac:spMk id="22" creationId="{2DA770F5-F2CA-55AC-778A-B5D8C40637E9}"/>
          </ac:spMkLst>
        </pc:spChg>
        <pc:spChg chg="mod">
          <ac:chgData name="Торопова Анастасия Игоревна" userId="S::toropova_ai@archk.ru::ccf55b8b-4c71-4484-9ef8-91a0cbed1e94" providerId="AD" clId="Web-{84CCC0B4-A9A5-A15E-8BE4-A5D2B516E11F}" dt="2023-01-17T07:32:52.761" v="78" actId="1076"/>
          <ac:spMkLst>
            <pc:docMk/>
            <pc:sldMk cId="1895345874" sldId="2920"/>
            <ac:spMk id="639" creationId="{00000000-0000-0000-0000-000000000000}"/>
          </ac:spMkLst>
        </pc:spChg>
        <pc:spChg chg="mod">
          <ac:chgData name="Торопова Анастасия Игоревна" userId="S::toropova_ai@archk.ru::ccf55b8b-4c71-4484-9ef8-91a0cbed1e94" providerId="AD" clId="Web-{84CCC0B4-A9A5-A15E-8BE4-A5D2B516E11F}" dt="2023-01-17T07:32:31.886" v="76" actId="1076"/>
          <ac:spMkLst>
            <pc:docMk/>
            <pc:sldMk cId="1895345874" sldId="2920"/>
            <ac:spMk id="640" creationId="{00000000-0000-0000-0000-000000000000}"/>
          </ac:spMkLst>
        </pc:spChg>
        <pc:spChg chg="mod">
          <ac:chgData name="Торопова Анастасия Игоревна" userId="S::toropova_ai@archk.ru::ccf55b8b-4c71-4484-9ef8-91a0cbed1e94" providerId="AD" clId="Web-{84CCC0B4-A9A5-A15E-8BE4-A5D2B516E11F}" dt="2023-01-17T07:34:52.342" v="82" actId="14100"/>
          <ac:spMkLst>
            <pc:docMk/>
            <pc:sldMk cId="1895345874" sldId="2920"/>
            <ac:spMk id="644" creationId="{00000000-0000-0000-0000-000000000000}"/>
          </ac:spMkLst>
        </pc:spChg>
        <pc:spChg chg="mod">
          <ac:chgData name="Торопова Анастасия Игоревна" userId="S::toropova_ai@archk.ru::ccf55b8b-4c71-4484-9ef8-91a0cbed1e94" providerId="AD" clId="Web-{84CCC0B4-A9A5-A15E-8BE4-A5D2B516E11F}" dt="2023-01-17T07:32:40.089" v="77" actId="1076"/>
          <ac:spMkLst>
            <pc:docMk/>
            <pc:sldMk cId="1895345874" sldId="2920"/>
            <ac:spMk id="646" creationId="{00000000-0000-0000-0000-000000000000}"/>
          </ac:spMkLst>
        </pc:spChg>
        <pc:picChg chg="mod">
          <ac:chgData name="Торопова Анастасия Игоревна" userId="S::toropova_ai@archk.ru::ccf55b8b-4c71-4484-9ef8-91a0cbed1e94" providerId="AD" clId="Web-{84CCC0B4-A9A5-A15E-8BE4-A5D2B516E11F}" dt="2023-01-17T07:32:07.323" v="70" actId="14100"/>
          <ac:picMkLst>
            <pc:docMk/>
            <pc:sldMk cId="1895345874" sldId="2920"/>
            <ac:picMk id="17" creationId="{C8780B1D-442E-CB80-0173-B7FA9420680D}"/>
          </ac:picMkLst>
        </pc:picChg>
        <pc:picChg chg="mod">
          <ac:chgData name="Торопова Анастасия Игоревна" userId="S::toropova_ai@archk.ru::ccf55b8b-4c71-4484-9ef8-91a0cbed1e94" providerId="AD" clId="Web-{84CCC0B4-A9A5-A15E-8BE4-A5D2B516E11F}" dt="2023-01-17T07:33:29.575" v="79" actId="1076"/>
          <ac:picMkLst>
            <pc:docMk/>
            <pc:sldMk cId="1895345874" sldId="2920"/>
            <ac:picMk id="39" creationId="{C7B05325-7B95-FC98-2AE7-2758C48A87AF}"/>
          </ac:picMkLst>
        </pc:picChg>
      </pc:sldChg>
    </pc:docChg>
  </pc:docChgLst>
  <pc:docChgLst>
    <pc:chgData name="Торопова Анастасия Игоревна" userId="S::toropova_ai@archk.ru::ccf55b8b-4c71-4484-9ef8-91a0cbed1e94" providerId="AD" clId="Web-{D9F00443-AEF4-E30A-D33C-CA2CE621ED0D}"/>
    <pc:docChg chg="modSld">
      <pc:chgData name="Торопова Анастасия Игоревна" userId="S::toropova_ai@archk.ru::ccf55b8b-4c71-4484-9ef8-91a0cbed1e94" providerId="AD" clId="Web-{D9F00443-AEF4-E30A-D33C-CA2CE621ED0D}" dt="2023-01-24T11:15:38.504" v="1" actId="20577"/>
      <pc:docMkLst>
        <pc:docMk/>
      </pc:docMkLst>
      <pc:sldChg chg="modSp">
        <pc:chgData name="Торопова Анастасия Игоревна" userId="S::toropova_ai@archk.ru::ccf55b8b-4c71-4484-9ef8-91a0cbed1e94" providerId="AD" clId="Web-{D9F00443-AEF4-E30A-D33C-CA2CE621ED0D}" dt="2023-01-24T11:15:38.504" v="1" actId="20577"/>
        <pc:sldMkLst>
          <pc:docMk/>
          <pc:sldMk cId="0" sldId="269"/>
        </pc:sldMkLst>
        <pc:spChg chg="mod">
          <ac:chgData name="Торопова Анастасия Игоревна" userId="S::toropova_ai@archk.ru::ccf55b8b-4c71-4484-9ef8-91a0cbed1e94" providerId="AD" clId="Web-{D9F00443-AEF4-E30A-D33C-CA2CE621ED0D}" dt="2023-01-24T11:15:38.504" v="1" actId="20577"/>
          <ac:spMkLst>
            <pc:docMk/>
            <pc:sldMk cId="0" sldId="269"/>
            <ac:spMk id="622" creationId="{00000000-0000-0000-0000-000000000000}"/>
          </ac:spMkLst>
        </pc:spChg>
      </pc:sldChg>
    </pc:docChg>
  </pc:docChgLst>
  <pc:docChgLst>
    <pc:chgData name="Торопова Анастасия Игоревна" userId="S::toropova_ai@archk.ru::ccf55b8b-4c71-4484-9ef8-91a0cbed1e94" providerId="AD" clId="Web-{A8C0055C-BFB3-CDD2-024C-AB8B8748D55A}"/>
    <pc:docChg chg="modSld">
      <pc:chgData name="Торопова Анастасия Игоревна" userId="S::toropova_ai@archk.ru::ccf55b8b-4c71-4484-9ef8-91a0cbed1e94" providerId="AD" clId="Web-{A8C0055C-BFB3-CDD2-024C-AB8B8748D55A}" dt="2023-01-23T12:12:26.564" v="4" actId="20577"/>
      <pc:docMkLst>
        <pc:docMk/>
      </pc:docMkLst>
      <pc:sldChg chg="modSp">
        <pc:chgData name="Торопова Анастасия Игоревна" userId="S::toropova_ai@archk.ru::ccf55b8b-4c71-4484-9ef8-91a0cbed1e94" providerId="AD" clId="Web-{A8C0055C-BFB3-CDD2-024C-AB8B8748D55A}" dt="2023-01-23T12:12:26.564" v="4" actId="20577"/>
        <pc:sldMkLst>
          <pc:docMk/>
          <pc:sldMk cId="0" sldId="269"/>
        </pc:sldMkLst>
        <pc:spChg chg="mod">
          <ac:chgData name="Торопова Анастасия Игоревна" userId="S::toropova_ai@archk.ru::ccf55b8b-4c71-4484-9ef8-91a0cbed1e94" providerId="AD" clId="Web-{A8C0055C-BFB3-CDD2-024C-AB8B8748D55A}" dt="2023-01-23T12:12:26.564" v="4" actId="20577"/>
          <ac:spMkLst>
            <pc:docMk/>
            <pc:sldMk cId="0" sldId="269"/>
            <ac:spMk id="638" creationId="{00000000-0000-0000-0000-000000000000}"/>
          </ac:spMkLst>
        </pc:spChg>
        <pc:spChg chg="mod">
          <ac:chgData name="Торопова Анастасия Игоревна" userId="S::toropova_ai@archk.ru::ccf55b8b-4c71-4484-9ef8-91a0cbed1e94" providerId="AD" clId="Web-{A8C0055C-BFB3-CDD2-024C-AB8B8748D55A}" dt="2023-01-23T11:21:41.731" v="1" actId="20577"/>
          <ac:spMkLst>
            <pc:docMk/>
            <pc:sldMk cId="0" sldId="269"/>
            <ac:spMk id="639" creationId="{00000000-0000-0000-0000-000000000000}"/>
          </ac:spMkLst>
        </pc:spChg>
        <pc:spChg chg="mod">
          <ac:chgData name="Торопова Анастасия Игоревна" userId="S::toropova_ai@archk.ru::ccf55b8b-4c71-4484-9ef8-91a0cbed1e94" providerId="AD" clId="Web-{A8C0055C-BFB3-CDD2-024C-AB8B8748D55A}" dt="2023-01-23T11:21:15.637" v="0" actId="20577"/>
          <ac:spMkLst>
            <pc:docMk/>
            <pc:sldMk cId="0" sldId="269"/>
            <ac:spMk id="644" creationId="{00000000-0000-0000-0000-000000000000}"/>
          </ac:spMkLst>
        </pc:spChg>
      </pc:sldChg>
    </pc:docChg>
  </pc:docChgLst>
  <pc:docChgLst>
    <pc:chgData name="Воронов Николай Сергеевич" userId="ba1749f1-fb58-49e1-b5af-bdcd05599662" providerId="ADAL" clId="{57D5AFC4-3C2D-431D-929E-8D9FF323FE9E}"/>
    <pc:docChg chg="undo custSel modSld">
      <pc:chgData name="Воронов Николай Сергеевич" userId="ba1749f1-fb58-49e1-b5af-bdcd05599662" providerId="ADAL" clId="{57D5AFC4-3C2D-431D-929E-8D9FF323FE9E}" dt="2023-03-31T18:49:30.348" v="3" actId="27636"/>
      <pc:docMkLst>
        <pc:docMk/>
      </pc:docMkLst>
      <pc:sldChg chg="modSp mod">
        <pc:chgData name="Воронов Николай Сергеевич" userId="ba1749f1-fb58-49e1-b5af-bdcd05599662" providerId="ADAL" clId="{57D5AFC4-3C2D-431D-929E-8D9FF323FE9E}" dt="2023-03-31T18:49:30.348" v="3" actId="27636"/>
        <pc:sldMkLst>
          <pc:docMk/>
          <pc:sldMk cId="0" sldId="269"/>
        </pc:sldMkLst>
        <pc:spChg chg="mod">
          <ac:chgData name="Воронов Николай Сергеевич" userId="ba1749f1-fb58-49e1-b5af-bdcd05599662" providerId="ADAL" clId="{57D5AFC4-3C2D-431D-929E-8D9FF323FE9E}" dt="2023-03-31T18:49:30.348" v="3" actId="27636"/>
          <ac:spMkLst>
            <pc:docMk/>
            <pc:sldMk cId="0" sldId="269"/>
            <ac:spMk id="60" creationId="{708E648B-3E83-4024-A470-0CAF496988AF}"/>
          </ac:spMkLst>
        </pc:spChg>
      </pc:sldChg>
    </pc:docChg>
  </pc:docChgLst>
  <pc:docChgLst>
    <pc:chgData name="Голубцова Ирина" userId="f418c0b2-254f-46a7-be59-aa53f9e9bb77" providerId="ADAL" clId="{78F9409C-BD46-49AC-9B78-FDF291F76333}"/>
    <pc:docChg chg="modSld">
      <pc:chgData name="Голубцова Ирина" userId="f418c0b2-254f-46a7-be59-aa53f9e9bb77" providerId="ADAL" clId="{78F9409C-BD46-49AC-9B78-FDF291F76333}" dt="2023-04-03T06:59:16.774" v="20" actId="113"/>
      <pc:docMkLst>
        <pc:docMk/>
      </pc:docMkLst>
      <pc:sldChg chg="modSp mod">
        <pc:chgData name="Голубцова Ирина" userId="f418c0b2-254f-46a7-be59-aa53f9e9bb77" providerId="ADAL" clId="{78F9409C-BD46-49AC-9B78-FDF291F76333}" dt="2023-04-03T06:59:16.774" v="20" actId="113"/>
        <pc:sldMkLst>
          <pc:docMk/>
          <pc:sldMk cId="1895345874" sldId="2920"/>
        </pc:sldMkLst>
        <pc:spChg chg="mod">
          <ac:chgData name="Голубцова Ирина" userId="f418c0b2-254f-46a7-be59-aa53f9e9bb77" providerId="ADAL" clId="{78F9409C-BD46-49AC-9B78-FDF291F76333}" dt="2023-04-03T06:59:16.774" v="20" actId="113"/>
          <ac:spMkLst>
            <pc:docMk/>
            <pc:sldMk cId="1895345874" sldId="2920"/>
            <ac:spMk id="22" creationId="{2DA770F5-F2CA-55AC-778A-B5D8C40637E9}"/>
          </ac:spMkLst>
        </pc:spChg>
        <pc:spChg chg="mod">
          <ac:chgData name="Голубцова Ирина" userId="f418c0b2-254f-46a7-be59-aa53f9e9bb77" providerId="ADAL" clId="{78F9409C-BD46-49AC-9B78-FDF291F76333}" dt="2023-04-03T06:57:01.314" v="0" actId="1076"/>
          <ac:spMkLst>
            <pc:docMk/>
            <pc:sldMk cId="1895345874" sldId="2920"/>
            <ac:spMk id="639" creationId="{00000000-0000-0000-0000-000000000000}"/>
          </ac:spMkLst>
        </pc:spChg>
      </pc:sldChg>
    </pc:docChg>
  </pc:docChgLst>
  <pc:docChgLst>
    <pc:chgData name="Лёвкина Наталья" userId="430a77c7-2aa0-412b-9874-6952fe3919bd" providerId="ADAL" clId="{7527D0F8-2351-409E-85E7-502C43E78A01}"/>
    <pc:docChg chg="modSld">
      <pc:chgData name="Лёвкина Наталья" userId="430a77c7-2aa0-412b-9874-6952fe3919bd" providerId="ADAL" clId="{7527D0F8-2351-409E-85E7-502C43E78A01}" dt="2021-09-27T06:53:39.368" v="1" actId="20577"/>
      <pc:docMkLst>
        <pc:docMk/>
      </pc:docMkLst>
      <pc:sldChg chg="modNotesTx">
        <pc:chgData name="Лёвкина Наталья" userId="430a77c7-2aa0-412b-9874-6952fe3919bd" providerId="ADAL" clId="{7527D0F8-2351-409E-85E7-502C43E78A01}" dt="2021-09-27T06:53:39.368" v="1" actId="20577"/>
        <pc:sldMkLst>
          <pc:docMk/>
          <pc:sldMk cId="2063599093" sldId="2833"/>
        </pc:sldMkLst>
      </pc:sldChg>
    </pc:docChg>
  </pc:docChgLst>
  <pc:docChgLst>
    <pc:chgData name="Мазур Егор Антонович" userId="81be87f9-45b0-412a-b5b6-0617d339ddbb" providerId="ADAL" clId="{F3B3F663-3F26-4FCE-BFD4-21ADE7A69837}"/>
    <pc:docChg chg="undo custSel addSld modSld">
      <pc:chgData name="Мазур Егор Антонович" userId="81be87f9-45b0-412a-b5b6-0617d339ddbb" providerId="ADAL" clId="{F3B3F663-3F26-4FCE-BFD4-21ADE7A69837}" dt="2022-08-10T09:15:32.710" v="64" actId="20577"/>
      <pc:docMkLst>
        <pc:docMk/>
      </pc:docMkLst>
      <pc:sldChg chg="addSp delSp modSp add mod">
        <pc:chgData name="Мазур Егор Антонович" userId="81be87f9-45b0-412a-b5b6-0617d339ddbb" providerId="ADAL" clId="{F3B3F663-3F26-4FCE-BFD4-21ADE7A69837}" dt="2022-08-10T09:15:32.710" v="64" actId="20577"/>
        <pc:sldMkLst>
          <pc:docMk/>
          <pc:sldMk cId="1895345874" sldId="2920"/>
        </pc:sldMkLst>
        <pc:spChg chg="mod">
          <ac:chgData name="Мазур Егор Антонович" userId="81be87f9-45b0-412a-b5b6-0617d339ddbb" providerId="ADAL" clId="{F3B3F663-3F26-4FCE-BFD4-21ADE7A69837}" dt="2022-08-10T09:14:26.090" v="47" actId="1038"/>
          <ac:spMkLst>
            <pc:docMk/>
            <pc:sldMk cId="1895345874" sldId="2920"/>
            <ac:spMk id="18" creationId="{C22A9093-B536-0C7C-66A6-D7E6C502B6BF}"/>
          </ac:spMkLst>
        </pc:spChg>
        <pc:spChg chg="mod">
          <ac:chgData name="Мазур Егор Антонович" userId="81be87f9-45b0-412a-b5b6-0617d339ddbb" providerId="ADAL" clId="{F3B3F663-3F26-4FCE-BFD4-21ADE7A69837}" dt="2022-08-10T09:15:07.074" v="54"/>
          <ac:spMkLst>
            <pc:docMk/>
            <pc:sldMk cId="1895345874" sldId="2920"/>
            <ac:spMk id="22" creationId="{2DA770F5-F2CA-55AC-778A-B5D8C40637E9}"/>
          </ac:spMkLst>
        </pc:spChg>
        <pc:spChg chg="mod">
          <ac:chgData name="Мазур Егор Антонович" userId="81be87f9-45b0-412a-b5b6-0617d339ddbb" providerId="ADAL" clId="{F3B3F663-3F26-4FCE-BFD4-21ADE7A69837}" dt="2022-08-10T09:15:32.710" v="64" actId="20577"/>
          <ac:spMkLst>
            <pc:docMk/>
            <pc:sldMk cId="1895345874" sldId="2920"/>
            <ac:spMk id="41" creationId="{CE1D24DD-B923-A77A-6F54-AC8CBB150FFA}"/>
          </ac:spMkLst>
        </pc:spChg>
        <pc:spChg chg="add del mod">
          <ac:chgData name="Мазур Егор Антонович" userId="81be87f9-45b0-412a-b5b6-0617d339ddbb" providerId="ADAL" clId="{F3B3F663-3F26-4FCE-BFD4-21ADE7A69837}" dt="2022-08-10T09:14:20.229" v="29" actId="1038"/>
          <ac:spMkLst>
            <pc:docMk/>
            <pc:sldMk cId="1895345874" sldId="2920"/>
            <ac:spMk id="639" creationId="{00000000-0000-0000-0000-000000000000}"/>
          </ac:spMkLst>
        </pc:spChg>
        <pc:spChg chg="mod">
          <ac:chgData name="Мазур Егор Антонович" userId="81be87f9-45b0-412a-b5b6-0617d339ddbb" providerId="ADAL" clId="{F3B3F663-3F26-4FCE-BFD4-21ADE7A69837}" dt="2022-08-10T09:14:41.093" v="52" actId="20577"/>
          <ac:spMkLst>
            <pc:docMk/>
            <pc:sldMk cId="1895345874" sldId="2920"/>
            <ac:spMk id="640" creationId="{00000000-0000-0000-0000-000000000000}"/>
          </ac:spMkLst>
        </pc:spChg>
        <pc:spChg chg="mod">
          <ac:chgData name="Мазур Егор Антонович" userId="81be87f9-45b0-412a-b5b6-0617d339ddbb" providerId="ADAL" clId="{F3B3F663-3F26-4FCE-BFD4-21ADE7A69837}" dt="2022-08-10T09:14:53.441" v="53"/>
          <ac:spMkLst>
            <pc:docMk/>
            <pc:sldMk cId="1895345874" sldId="2920"/>
            <ac:spMk id="644" creationId="{00000000-0000-0000-0000-000000000000}"/>
          </ac:spMkLst>
        </pc:spChg>
        <pc:picChg chg="add mod">
          <ac:chgData name="Мазур Егор Антонович" userId="81be87f9-45b0-412a-b5b6-0617d339ddbb" providerId="ADAL" clId="{F3B3F663-3F26-4FCE-BFD4-21ADE7A69837}" dt="2022-08-10T09:15:20.237" v="58" actId="1076"/>
          <ac:picMkLst>
            <pc:docMk/>
            <pc:sldMk cId="1895345874" sldId="2920"/>
            <ac:picMk id="17" creationId="{C8780B1D-442E-CB80-0173-B7FA9420680D}"/>
          </ac:picMkLst>
        </pc:picChg>
        <pc:picChg chg="del">
          <ac:chgData name="Мазур Егор Антонович" userId="81be87f9-45b0-412a-b5b6-0617d339ddbb" providerId="ADAL" clId="{F3B3F663-3F26-4FCE-BFD4-21ADE7A69837}" dt="2022-08-10T09:15:12.771" v="55" actId="478"/>
          <ac:picMkLst>
            <pc:docMk/>
            <pc:sldMk cId="1895345874" sldId="2920"/>
            <ac:picMk id="19" creationId="{1F0F6998-93D2-2F49-5133-676C53B6CDC1}"/>
          </ac:picMkLst>
        </pc:picChg>
      </pc:sldChg>
    </pc:docChg>
  </pc:docChgLst>
  <pc:docChgLst>
    <pc:chgData name="Осипенко Святослав Вячеславович" userId="c86cff60-98fb-424b-bb69-33baf9820327" providerId="ADAL" clId="{5762A938-7BDE-4EE4-BF3F-6CF85492ECD0}"/>
    <pc:docChg chg="undo redo custSel modSld">
      <pc:chgData name="Осипенко Святослав Вячеславович" userId="c86cff60-98fb-424b-bb69-33baf9820327" providerId="ADAL" clId="{5762A938-7BDE-4EE4-BF3F-6CF85492ECD0}" dt="2023-07-28T12:13:32.241" v="2111" actId="1076"/>
      <pc:docMkLst>
        <pc:docMk/>
      </pc:docMkLst>
      <pc:sldChg chg="addSp delSp modSp mod modNotesTx">
        <pc:chgData name="Осипенко Святослав Вячеславович" userId="c86cff60-98fb-424b-bb69-33baf9820327" providerId="ADAL" clId="{5762A938-7BDE-4EE4-BF3F-6CF85492ECD0}" dt="2023-07-28T12:11:40.650" v="2092" actId="113"/>
        <pc:sldMkLst>
          <pc:docMk/>
          <pc:sldMk cId="0" sldId="269"/>
        </pc:sldMkLst>
        <pc:spChg chg="mod">
          <ac:chgData name="Осипенко Святослав Вячеславович" userId="c86cff60-98fb-424b-bb69-33baf9820327" providerId="ADAL" clId="{5762A938-7BDE-4EE4-BF3F-6CF85492ECD0}" dt="2023-07-28T11:59:24.020" v="1116" actId="20577"/>
          <ac:spMkLst>
            <pc:docMk/>
            <pc:sldMk cId="0" sldId="269"/>
            <ac:spMk id="60" creationId="{708E648B-3E83-4024-A470-0CAF496988AF}"/>
          </ac:spMkLst>
        </pc:spChg>
        <pc:spChg chg="mod">
          <ac:chgData name="Осипенко Святослав Вячеславович" userId="c86cff60-98fb-424b-bb69-33baf9820327" providerId="ADAL" clId="{5762A938-7BDE-4EE4-BF3F-6CF85492ECD0}" dt="2023-07-28T12:10:53.125" v="2077" actId="113"/>
          <ac:spMkLst>
            <pc:docMk/>
            <pc:sldMk cId="0" sldId="269"/>
            <ac:spMk id="62" creationId="{51FB38B2-90A5-46D8-9F16-5B596D343557}"/>
          </ac:spMkLst>
        </pc:spChg>
        <pc:spChg chg="mod">
          <ac:chgData name="Осипенко Святослав Вячеславович" userId="c86cff60-98fb-424b-bb69-33baf9820327" providerId="ADAL" clId="{5762A938-7BDE-4EE4-BF3F-6CF85492ECD0}" dt="2023-07-28T11:57:46.792" v="1035" actId="14100"/>
          <ac:spMkLst>
            <pc:docMk/>
            <pc:sldMk cId="0" sldId="269"/>
            <ac:spMk id="638" creationId="{00000000-0000-0000-0000-000000000000}"/>
          </ac:spMkLst>
        </pc:spChg>
        <pc:spChg chg="mod">
          <ac:chgData name="Осипенко Святослав Вячеславович" userId="c86cff60-98fb-424b-bb69-33baf9820327" providerId="ADAL" clId="{5762A938-7BDE-4EE4-BF3F-6CF85492ECD0}" dt="2023-07-28T11:58:39.581" v="1046" actId="20577"/>
          <ac:spMkLst>
            <pc:docMk/>
            <pc:sldMk cId="0" sldId="269"/>
            <ac:spMk id="639" creationId="{00000000-0000-0000-0000-000000000000}"/>
          </ac:spMkLst>
        </pc:spChg>
        <pc:spChg chg="mod">
          <ac:chgData name="Осипенко Святослав Вячеславович" userId="c86cff60-98fb-424b-bb69-33baf9820327" providerId="ADAL" clId="{5762A938-7BDE-4EE4-BF3F-6CF85492ECD0}" dt="2023-07-28T12:11:40.650" v="2092" actId="113"/>
          <ac:spMkLst>
            <pc:docMk/>
            <pc:sldMk cId="0" sldId="269"/>
            <ac:spMk id="644" creationId="{00000000-0000-0000-0000-000000000000}"/>
          </ac:spMkLst>
        </pc:spChg>
        <pc:spChg chg="mod">
          <ac:chgData name="Осипенко Святослав Вячеславович" userId="c86cff60-98fb-424b-bb69-33baf9820327" providerId="ADAL" clId="{5762A938-7BDE-4EE4-BF3F-6CF85492ECD0}" dt="2023-07-28T11:54:05.832" v="945" actId="1076"/>
          <ac:spMkLst>
            <pc:docMk/>
            <pc:sldMk cId="0" sldId="269"/>
            <ac:spMk id="647" creationId="{00000000-0000-0000-0000-000000000000}"/>
          </ac:spMkLst>
        </pc:spChg>
        <pc:spChg chg="mod">
          <ac:chgData name="Осипенко Святослав Вячеславович" userId="c86cff60-98fb-424b-bb69-33baf9820327" providerId="ADAL" clId="{5762A938-7BDE-4EE4-BF3F-6CF85492ECD0}" dt="2023-07-28T11:54:48.465" v="962" actId="20577"/>
          <ac:spMkLst>
            <pc:docMk/>
            <pc:sldMk cId="0" sldId="269"/>
            <ac:spMk id="649" creationId="{00000000-0000-0000-0000-000000000000}"/>
          </ac:spMkLst>
        </pc:spChg>
        <pc:spChg chg="mod">
          <ac:chgData name="Осипенко Святослав Вячеславович" userId="c86cff60-98fb-424b-bb69-33baf9820327" providerId="ADAL" clId="{5762A938-7BDE-4EE4-BF3F-6CF85492ECD0}" dt="2023-07-28T11:55:01.827" v="971" actId="14100"/>
          <ac:spMkLst>
            <pc:docMk/>
            <pc:sldMk cId="0" sldId="269"/>
            <ac:spMk id="650" creationId="{00000000-0000-0000-0000-000000000000}"/>
          </ac:spMkLst>
        </pc:spChg>
        <pc:spChg chg="mod">
          <ac:chgData name="Осипенко Святослав Вячеславович" userId="c86cff60-98fb-424b-bb69-33baf9820327" providerId="ADAL" clId="{5762A938-7BDE-4EE4-BF3F-6CF85492ECD0}" dt="2023-07-28T11:54:54.928" v="970" actId="20577"/>
          <ac:spMkLst>
            <pc:docMk/>
            <pc:sldMk cId="0" sldId="269"/>
            <ac:spMk id="651" creationId="{00000000-0000-0000-0000-000000000000}"/>
          </ac:spMkLst>
        </pc:spChg>
        <pc:spChg chg="mod">
          <ac:chgData name="Осипенко Святослав Вячеславович" userId="c86cff60-98fb-424b-bb69-33baf9820327" providerId="ADAL" clId="{5762A938-7BDE-4EE4-BF3F-6CF85492ECD0}" dt="2023-07-28T11:55:34.193" v="973" actId="20577"/>
          <ac:spMkLst>
            <pc:docMk/>
            <pc:sldMk cId="0" sldId="269"/>
            <ac:spMk id="653" creationId="{00000000-0000-0000-0000-000000000000}"/>
          </ac:spMkLst>
        </pc:spChg>
        <pc:spChg chg="add del mod">
          <ac:chgData name="Осипенко Святослав Вячеславович" userId="c86cff60-98fb-424b-bb69-33baf9820327" providerId="ADAL" clId="{5762A938-7BDE-4EE4-BF3F-6CF85492ECD0}" dt="2023-07-28T11:56:14.795" v="980" actId="20577"/>
          <ac:spMkLst>
            <pc:docMk/>
            <pc:sldMk cId="0" sldId="269"/>
            <ac:spMk id="657" creationId="{00000000-0000-0000-0000-000000000000}"/>
          </ac:spMkLst>
        </pc:spChg>
        <pc:spChg chg="mod">
          <ac:chgData name="Осипенко Святослав Вячеславович" userId="c86cff60-98fb-424b-bb69-33baf9820327" providerId="ADAL" clId="{5762A938-7BDE-4EE4-BF3F-6CF85492ECD0}" dt="2023-07-28T11:56:18.425" v="985" actId="20577"/>
          <ac:spMkLst>
            <pc:docMk/>
            <pc:sldMk cId="0" sldId="269"/>
            <ac:spMk id="658" creationId="{00000000-0000-0000-0000-000000000000}"/>
          </ac:spMkLst>
        </pc:spChg>
        <pc:spChg chg="mod">
          <ac:chgData name="Осипенко Святослав Вячеславович" userId="c86cff60-98fb-424b-bb69-33baf9820327" providerId="ADAL" clId="{5762A938-7BDE-4EE4-BF3F-6CF85492ECD0}" dt="2023-07-28T11:56:28.934" v="989" actId="20577"/>
          <ac:spMkLst>
            <pc:docMk/>
            <pc:sldMk cId="0" sldId="269"/>
            <ac:spMk id="660" creationId="{00000000-0000-0000-0000-000000000000}"/>
          </ac:spMkLst>
        </pc:spChg>
        <pc:spChg chg="mod">
          <ac:chgData name="Осипенко Святослав Вячеславович" userId="c86cff60-98fb-424b-bb69-33baf9820327" providerId="ADAL" clId="{5762A938-7BDE-4EE4-BF3F-6CF85492ECD0}" dt="2023-07-28T11:56:45.577" v="1001" actId="20577"/>
          <ac:spMkLst>
            <pc:docMk/>
            <pc:sldMk cId="0" sldId="269"/>
            <ac:spMk id="664" creationId="{00000000-0000-0000-0000-000000000000}"/>
          </ac:spMkLst>
        </pc:spChg>
        <pc:spChg chg="mod">
          <ac:chgData name="Осипенко Святослав Вячеславович" userId="c86cff60-98fb-424b-bb69-33baf9820327" providerId="ADAL" clId="{5762A938-7BDE-4EE4-BF3F-6CF85492ECD0}" dt="2023-07-28T11:56:49.413" v="1007" actId="20577"/>
          <ac:spMkLst>
            <pc:docMk/>
            <pc:sldMk cId="0" sldId="269"/>
            <ac:spMk id="665" creationId="{00000000-0000-0000-0000-000000000000}"/>
          </ac:spMkLst>
        </pc:spChg>
        <pc:picChg chg="del">
          <ac:chgData name="Осипенко Святослав Вячеславович" userId="c86cff60-98fb-424b-bb69-33baf9820327" providerId="ADAL" clId="{5762A938-7BDE-4EE4-BF3F-6CF85492ECD0}" dt="2023-07-28T11:40:14.929" v="0" actId="478"/>
          <ac:picMkLst>
            <pc:docMk/>
            <pc:sldMk cId="0" sldId="269"/>
            <ac:picMk id="58" creationId="{00000000-0000-0000-0000-000000000000}"/>
          </ac:picMkLst>
        </pc:picChg>
        <pc:picChg chg="del">
          <ac:chgData name="Осипенко Святослав Вячеславович" userId="c86cff60-98fb-424b-bb69-33baf9820327" providerId="ADAL" clId="{5762A938-7BDE-4EE4-BF3F-6CF85492ECD0}" dt="2023-07-28T11:41:01.909" v="1" actId="478"/>
          <ac:picMkLst>
            <pc:docMk/>
            <pc:sldMk cId="0" sldId="269"/>
            <ac:picMk id="59" creationId="{00000000-0000-0000-0000-000000000000}"/>
          </ac:picMkLst>
        </pc:picChg>
        <pc:picChg chg="add mod">
          <ac:chgData name="Осипенко Святослав Вячеславович" userId="c86cff60-98fb-424b-bb69-33baf9820327" providerId="ADAL" clId="{5762A938-7BDE-4EE4-BF3F-6CF85492ECD0}" dt="2023-07-28T11:41:06.564" v="4" actId="1076"/>
          <ac:picMkLst>
            <pc:docMk/>
            <pc:sldMk cId="0" sldId="269"/>
            <ac:picMk id="61" creationId="{199B7175-CE07-44A7-9F8B-569009C6C279}"/>
          </ac:picMkLst>
        </pc:picChg>
      </pc:sldChg>
      <pc:sldChg chg="addSp delSp modSp mod">
        <pc:chgData name="Осипенко Святослав Вячеславович" userId="c86cff60-98fb-424b-bb69-33baf9820327" providerId="ADAL" clId="{5762A938-7BDE-4EE4-BF3F-6CF85492ECD0}" dt="2023-07-28T12:13:32.241" v="2111" actId="1076"/>
        <pc:sldMkLst>
          <pc:docMk/>
          <pc:sldMk cId="1895345874" sldId="2920"/>
        </pc:sldMkLst>
        <pc:spChg chg="mod">
          <ac:chgData name="Осипенко Святослав Вячеславович" userId="c86cff60-98fb-424b-bb69-33baf9820327" providerId="ADAL" clId="{5762A938-7BDE-4EE4-BF3F-6CF85492ECD0}" dt="2023-07-28T12:11:05.886" v="2081"/>
          <ac:spMkLst>
            <pc:docMk/>
            <pc:sldMk cId="1895345874" sldId="2920"/>
            <ac:spMk id="18" creationId="{C22A9093-B536-0C7C-66A6-D7E6C502B6BF}"/>
          </ac:spMkLst>
        </pc:spChg>
        <pc:spChg chg="mod">
          <ac:chgData name="Осипенко Святослав Вячеславович" userId="c86cff60-98fb-424b-bb69-33baf9820327" providerId="ADAL" clId="{5762A938-7BDE-4EE4-BF3F-6CF85492ECD0}" dt="2023-07-28T12:12:52.080" v="2110" actId="1076"/>
          <ac:spMkLst>
            <pc:docMk/>
            <pc:sldMk cId="1895345874" sldId="2920"/>
            <ac:spMk id="22" creationId="{2DA770F5-F2CA-55AC-778A-B5D8C40637E9}"/>
          </ac:spMkLst>
        </pc:spChg>
        <pc:spChg chg="mod">
          <ac:chgData name="Осипенко Святослав Вячеславович" userId="c86cff60-98fb-424b-bb69-33baf9820327" providerId="ADAL" clId="{5762A938-7BDE-4EE4-BF3F-6CF85492ECD0}" dt="2023-07-28T12:11:52.056" v="2098" actId="20577"/>
          <ac:spMkLst>
            <pc:docMk/>
            <pc:sldMk cId="1895345874" sldId="2920"/>
            <ac:spMk id="41" creationId="{CE1D24DD-B923-A77A-6F54-AC8CBB150FFA}"/>
          </ac:spMkLst>
        </pc:spChg>
        <pc:spChg chg="mod">
          <ac:chgData name="Осипенко Святослав Вячеславович" userId="c86cff60-98fb-424b-bb69-33baf9820327" providerId="ADAL" clId="{5762A938-7BDE-4EE4-BF3F-6CF85492ECD0}" dt="2023-07-28T12:11:15.352" v="2084"/>
          <ac:spMkLst>
            <pc:docMk/>
            <pc:sldMk cId="1895345874" sldId="2920"/>
            <ac:spMk id="639" creationId="{00000000-0000-0000-0000-000000000000}"/>
          </ac:spMkLst>
        </pc:spChg>
        <pc:spChg chg="mod">
          <ac:chgData name="Осипенко Святослав Вячеславович" userId="c86cff60-98fb-424b-bb69-33baf9820327" providerId="ADAL" clId="{5762A938-7BDE-4EE4-BF3F-6CF85492ECD0}" dt="2023-07-28T12:11:24.386" v="2088"/>
          <ac:spMkLst>
            <pc:docMk/>
            <pc:sldMk cId="1895345874" sldId="2920"/>
            <ac:spMk id="640" creationId="{00000000-0000-0000-0000-000000000000}"/>
          </ac:spMkLst>
        </pc:spChg>
        <pc:spChg chg="mod">
          <ac:chgData name="Осипенко Святослав Вячеславович" userId="c86cff60-98fb-424b-bb69-33baf9820327" providerId="ADAL" clId="{5762A938-7BDE-4EE4-BF3F-6CF85492ECD0}" dt="2023-07-28T12:12:48.643" v="2109" actId="1076"/>
          <ac:spMkLst>
            <pc:docMk/>
            <pc:sldMk cId="1895345874" sldId="2920"/>
            <ac:spMk id="644" creationId="{00000000-0000-0000-0000-000000000000}"/>
          </ac:spMkLst>
        </pc:spChg>
        <pc:picChg chg="add mod">
          <ac:chgData name="Осипенко Святослав Вячеславович" userId="c86cff60-98fb-424b-bb69-33baf9820327" providerId="ADAL" clId="{5762A938-7BDE-4EE4-BF3F-6CF85492ECD0}" dt="2023-07-28T12:13:32.241" v="2111" actId="1076"/>
          <ac:picMkLst>
            <pc:docMk/>
            <pc:sldMk cId="1895345874" sldId="2920"/>
            <ac:picMk id="17" creationId="{4E464DB7-36D0-46B9-A111-4F3CC5EE4C8C}"/>
          </ac:picMkLst>
        </pc:picChg>
        <pc:picChg chg="del">
          <ac:chgData name="Осипенко Святослав Вячеславович" userId="c86cff60-98fb-424b-bb69-33baf9820327" providerId="ADAL" clId="{5762A938-7BDE-4EE4-BF3F-6CF85492ECD0}" dt="2023-07-28T12:09:51.465" v="2064" actId="478"/>
          <ac:picMkLst>
            <pc:docMk/>
            <pc:sldMk cId="1895345874" sldId="2920"/>
            <ac:picMk id="19" creationId="{00000000-0000-0000-0000-000000000000}"/>
          </ac:picMkLst>
        </pc:picChg>
        <pc:picChg chg="mod">
          <ac:chgData name="Осипенко Святослав Вячеславович" userId="c86cff60-98fb-424b-bb69-33baf9820327" providerId="ADAL" clId="{5762A938-7BDE-4EE4-BF3F-6CF85492ECD0}" dt="2023-07-28T12:12:44.562" v="2108" actId="1076"/>
          <ac:picMkLst>
            <pc:docMk/>
            <pc:sldMk cId="1895345874" sldId="2920"/>
            <ac:picMk id="38" creationId="{5C87CCD5-5D3A-D922-FDE3-B19FEE2813A7}"/>
          </ac:picMkLst>
        </pc:picChg>
      </pc:sldChg>
    </pc:docChg>
  </pc:docChgLst>
  <pc:docChgLst>
    <pc:chgData name="Осипенко Святослав Вячеславович" userId="2989a2a6-3e20-4aab-8dc9-0a51d28f28f4" providerId="ADAL" clId="{2C360BB8-4D04-46C6-BA4D-C380353793FC}"/>
    <pc:docChg chg="undo custSel modSld">
      <pc:chgData name="Осипенко Святослав Вячеславович" userId="2989a2a6-3e20-4aab-8dc9-0a51d28f28f4" providerId="ADAL" clId="{2C360BB8-4D04-46C6-BA4D-C380353793FC}" dt="2024-08-26T12:04:40.091" v="700" actId="1076"/>
      <pc:docMkLst>
        <pc:docMk/>
      </pc:docMkLst>
      <pc:sldChg chg="addSp delSp modSp mod modNotesTx">
        <pc:chgData name="Осипенко Святослав Вячеславович" userId="2989a2a6-3e20-4aab-8dc9-0a51d28f28f4" providerId="ADAL" clId="{2C360BB8-4D04-46C6-BA4D-C380353793FC}" dt="2024-08-26T12:04:23.005" v="657" actId="20577"/>
        <pc:sldMkLst>
          <pc:docMk/>
          <pc:sldMk cId="0" sldId="269"/>
        </pc:sldMkLst>
        <pc:spChg chg="mod">
          <ac:chgData name="Осипенко Святослав Вячеславович" userId="2989a2a6-3e20-4aab-8dc9-0a51d28f28f4" providerId="ADAL" clId="{2C360BB8-4D04-46C6-BA4D-C380353793FC}" dt="2024-08-26T11:36:22.460" v="23" actId="27636"/>
          <ac:spMkLst>
            <pc:docMk/>
            <pc:sldMk cId="0" sldId="269"/>
            <ac:spMk id="60" creationId="{708E648B-3E83-4024-A470-0CAF496988AF}"/>
          </ac:spMkLst>
        </pc:spChg>
        <pc:spChg chg="mod">
          <ac:chgData name="Осипенко Святослав Вячеславович" userId="2989a2a6-3e20-4aab-8dc9-0a51d28f28f4" providerId="ADAL" clId="{2C360BB8-4D04-46C6-BA4D-C380353793FC}" dt="2024-08-26T11:59:08.797" v="503" actId="1076"/>
          <ac:spMkLst>
            <pc:docMk/>
            <pc:sldMk cId="0" sldId="269"/>
            <ac:spMk id="62" creationId="{51FB38B2-90A5-46D8-9F16-5B596D343557}"/>
          </ac:spMkLst>
        </pc:spChg>
        <pc:spChg chg="mod">
          <ac:chgData name="Осипенко Святослав Вячеславович" userId="2989a2a6-3e20-4aab-8dc9-0a51d28f28f4" providerId="ADAL" clId="{2C360BB8-4D04-46C6-BA4D-C380353793FC}" dt="2024-08-26T11:14:12.784" v="9" actId="20577"/>
          <ac:spMkLst>
            <pc:docMk/>
            <pc:sldMk cId="0" sldId="269"/>
            <ac:spMk id="638" creationId="{00000000-0000-0000-0000-000000000000}"/>
          </ac:spMkLst>
        </pc:spChg>
        <pc:spChg chg="mod">
          <ac:chgData name="Осипенко Святослав Вячеславович" userId="2989a2a6-3e20-4aab-8dc9-0a51d28f28f4" providerId="ADAL" clId="{2C360BB8-4D04-46C6-BA4D-C380353793FC}" dt="2024-08-26T11:35:29.078" v="21" actId="20577"/>
          <ac:spMkLst>
            <pc:docMk/>
            <pc:sldMk cId="0" sldId="269"/>
            <ac:spMk id="639" creationId="{00000000-0000-0000-0000-000000000000}"/>
          </ac:spMkLst>
        </pc:spChg>
        <pc:spChg chg="mod">
          <ac:chgData name="Осипенко Святослав Вячеславович" userId="2989a2a6-3e20-4aab-8dc9-0a51d28f28f4" providerId="ADAL" clId="{2C360BB8-4D04-46C6-BA4D-C380353793FC}" dt="2024-08-26T11:49:18.485" v="181" actId="1076"/>
          <ac:spMkLst>
            <pc:docMk/>
            <pc:sldMk cId="0" sldId="269"/>
            <ac:spMk id="644" creationId="{00000000-0000-0000-0000-000000000000}"/>
          </ac:spMkLst>
        </pc:spChg>
        <pc:spChg chg="mod">
          <ac:chgData name="Осипенко Святослав Вячеславович" userId="2989a2a6-3e20-4aab-8dc9-0a51d28f28f4" providerId="ADAL" clId="{2C360BB8-4D04-46C6-BA4D-C380353793FC}" dt="2024-08-26T11:37:19.527" v="59" actId="20577"/>
          <ac:spMkLst>
            <pc:docMk/>
            <pc:sldMk cId="0" sldId="269"/>
            <ac:spMk id="649" creationId="{00000000-0000-0000-0000-000000000000}"/>
          </ac:spMkLst>
        </pc:spChg>
        <pc:spChg chg="mod">
          <ac:chgData name="Осипенко Святослав Вячеславович" userId="2989a2a6-3e20-4aab-8dc9-0a51d28f28f4" providerId="ADAL" clId="{2C360BB8-4D04-46C6-BA4D-C380353793FC}" dt="2024-08-26T11:37:02.756" v="45" actId="20577"/>
          <ac:spMkLst>
            <pc:docMk/>
            <pc:sldMk cId="0" sldId="269"/>
            <ac:spMk id="650" creationId="{00000000-0000-0000-0000-000000000000}"/>
          </ac:spMkLst>
        </pc:spChg>
        <pc:spChg chg="mod">
          <ac:chgData name="Осипенко Святослав Вячеславович" userId="2989a2a6-3e20-4aab-8dc9-0a51d28f28f4" providerId="ADAL" clId="{2C360BB8-4D04-46C6-BA4D-C380353793FC}" dt="2024-08-26T11:37:12.312" v="56" actId="20577"/>
          <ac:spMkLst>
            <pc:docMk/>
            <pc:sldMk cId="0" sldId="269"/>
            <ac:spMk id="651" creationId="{00000000-0000-0000-0000-000000000000}"/>
          </ac:spMkLst>
        </pc:spChg>
        <pc:spChg chg="mod">
          <ac:chgData name="Осипенко Святослав Вячеславович" userId="2989a2a6-3e20-4aab-8dc9-0a51d28f28f4" providerId="ADAL" clId="{2C360BB8-4D04-46C6-BA4D-C380353793FC}" dt="2024-08-26T11:39:32.580" v="88" actId="20577"/>
          <ac:spMkLst>
            <pc:docMk/>
            <pc:sldMk cId="0" sldId="269"/>
            <ac:spMk id="653" creationId="{00000000-0000-0000-0000-000000000000}"/>
          </ac:spMkLst>
        </pc:spChg>
        <pc:spChg chg="mod">
          <ac:chgData name="Осипенко Святослав Вячеславович" userId="2989a2a6-3e20-4aab-8dc9-0a51d28f28f4" providerId="ADAL" clId="{2C360BB8-4D04-46C6-BA4D-C380353793FC}" dt="2024-08-26T11:37:48.508" v="70" actId="20577"/>
          <ac:spMkLst>
            <pc:docMk/>
            <pc:sldMk cId="0" sldId="269"/>
            <ac:spMk id="656" creationId="{00000000-0000-0000-0000-000000000000}"/>
          </ac:spMkLst>
        </pc:spChg>
        <pc:spChg chg="mod">
          <ac:chgData name="Осипенко Святослав Вячеславович" userId="2989a2a6-3e20-4aab-8dc9-0a51d28f28f4" providerId="ADAL" clId="{2C360BB8-4D04-46C6-BA4D-C380353793FC}" dt="2024-08-26T11:37:58.786" v="73" actId="20577"/>
          <ac:spMkLst>
            <pc:docMk/>
            <pc:sldMk cId="0" sldId="269"/>
            <ac:spMk id="657" creationId="{00000000-0000-0000-0000-000000000000}"/>
          </ac:spMkLst>
        </pc:spChg>
        <pc:spChg chg="mod">
          <ac:chgData name="Осипенко Святослав Вячеславович" userId="2989a2a6-3e20-4aab-8dc9-0a51d28f28f4" providerId="ADAL" clId="{2C360BB8-4D04-46C6-BA4D-C380353793FC}" dt="2024-08-26T11:38:03.720" v="76" actId="20577"/>
          <ac:spMkLst>
            <pc:docMk/>
            <pc:sldMk cId="0" sldId="269"/>
            <ac:spMk id="658" creationId="{00000000-0000-0000-0000-000000000000}"/>
          </ac:spMkLst>
        </pc:spChg>
        <pc:spChg chg="mod">
          <ac:chgData name="Осипенко Святослав Вячеславович" userId="2989a2a6-3e20-4aab-8dc9-0a51d28f28f4" providerId="ADAL" clId="{2C360BB8-4D04-46C6-BA4D-C380353793FC}" dt="2024-08-26T11:39:10.981" v="84" actId="20577"/>
          <ac:spMkLst>
            <pc:docMk/>
            <pc:sldMk cId="0" sldId="269"/>
            <ac:spMk id="660" creationId="{00000000-0000-0000-0000-000000000000}"/>
          </ac:spMkLst>
        </pc:spChg>
        <pc:spChg chg="mod">
          <ac:chgData name="Осипенко Святослав Вячеславович" userId="2989a2a6-3e20-4aab-8dc9-0a51d28f28f4" providerId="ADAL" clId="{2C360BB8-4D04-46C6-BA4D-C380353793FC}" dt="2024-08-26T11:36:40.718" v="28" actId="20577"/>
          <ac:spMkLst>
            <pc:docMk/>
            <pc:sldMk cId="0" sldId="269"/>
            <ac:spMk id="664" creationId="{00000000-0000-0000-0000-000000000000}"/>
          </ac:spMkLst>
        </pc:spChg>
        <pc:spChg chg="mod">
          <ac:chgData name="Осипенко Святослав Вячеславович" userId="2989a2a6-3e20-4aab-8dc9-0a51d28f28f4" providerId="ADAL" clId="{2C360BB8-4D04-46C6-BA4D-C380353793FC}" dt="2024-08-26T11:36:50.555" v="34" actId="20577"/>
          <ac:spMkLst>
            <pc:docMk/>
            <pc:sldMk cId="0" sldId="269"/>
            <ac:spMk id="665" creationId="{00000000-0000-0000-0000-000000000000}"/>
          </ac:spMkLst>
        </pc:spChg>
        <pc:spChg chg="mod">
          <ac:chgData name="Осипенко Святослав Вячеславович" userId="2989a2a6-3e20-4aab-8dc9-0a51d28f28f4" providerId="ADAL" clId="{2C360BB8-4D04-46C6-BA4D-C380353793FC}" dt="2024-08-26T11:38:29.368" v="80" actId="20577"/>
          <ac:spMkLst>
            <pc:docMk/>
            <pc:sldMk cId="0" sldId="269"/>
            <ac:spMk id="667" creationId="{00000000-0000-0000-0000-000000000000}"/>
          </ac:spMkLst>
        </pc:spChg>
        <pc:picChg chg="del">
          <ac:chgData name="Осипенко Святослав Вячеславович" userId="2989a2a6-3e20-4aab-8dc9-0a51d28f28f4" providerId="ADAL" clId="{2C360BB8-4D04-46C6-BA4D-C380353793FC}" dt="2024-08-26T11:15:25.157" v="10" actId="478"/>
          <ac:picMkLst>
            <pc:docMk/>
            <pc:sldMk cId="0" sldId="269"/>
            <ac:picMk id="5" creationId="{7EBD16DF-A74F-45F9-8C4A-6889CD12A972}"/>
          </ac:picMkLst>
        </pc:picChg>
        <pc:picChg chg="add mod">
          <ac:chgData name="Осипенко Святослав Вячеславович" userId="2989a2a6-3e20-4aab-8dc9-0a51d28f28f4" providerId="ADAL" clId="{2C360BB8-4D04-46C6-BA4D-C380353793FC}" dt="2024-08-26T11:15:28.144" v="12" actId="1076"/>
          <ac:picMkLst>
            <pc:docMk/>
            <pc:sldMk cId="0" sldId="269"/>
            <ac:picMk id="57" creationId="{8AC88BDF-81EE-4EF2-89C1-B970D8226C59}"/>
          </ac:picMkLst>
        </pc:picChg>
      </pc:sldChg>
      <pc:sldChg chg="addSp delSp modSp mod modNotesTx">
        <pc:chgData name="Осипенко Святослав Вячеславович" userId="2989a2a6-3e20-4aab-8dc9-0a51d28f28f4" providerId="ADAL" clId="{2C360BB8-4D04-46C6-BA4D-C380353793FC}" dt="2024-08-26T12:04:40.091" v="700" actId="1076"/>
        <pc:sldMkLst>
          <pc:docMk/>
          <pc:sldMk cId="1895345874" sldId="2920"/>
        </pc:sldMkLst>
        <pc:spChg chg="mod">
          <ac:chgData name="Осипенко Святослав Вячеславович" userId="2989a2a6-3e20-4aab-8dc9-0a51d28f28f4" providerId="ADAL" clId="{2C360BB8-4D04-46C6-BA4D-C380353793FC}" dt="2024-08-26T11:59:34.973" v="508"/>
          <ac:spMkLst>
            <pc:docMk/>
            <pc:sldMk cId="1895345874" sldId="2920"/>
            <ac:spMk id="3" creationId="{015635A7-9CE0-0943-38C1-9960A709FFFE}"/>
          </ac:spMkLst>
        </pc:spChg>
        <pc:spChg chg="mod">
          <ac:chgData name="Осипенко Святослав Вячеславович" userId="2989a2a6-3e20-4aab-8dc9-0a51d28f28f4" providerId="ADAL" clId="{2C360BB8-4D04-46C6-BA4D-C380353793FC}" dt="2024-08-26T11:59:24.768" v="505"/>
          <ac:spMkLst>
            <pc:docMk/>
            <pc:sldMk cId="1895345874" sldId="2920"/>
            <ac:spMk id="5" creationId="{4C8868D4-6A51-6D5C-2469-4C098F3D8B7B}"/>
          </ac:spMkLst>
        </pc:spChg>
        <pc:spChg chg="mod">
          <ac:chgData name="Осипенко Святослав Вячеславович" userId="2989a2a6-3e20-4aab-8dc9-0a51d28f28f4" providerId="ADAL" clId="{2C360BB8-4D04-46C6-BA4D-C380353793FC}" dt="2024-08-26T11:59:16.834" v="504"/>
          <ac:spMkLst>
            <pc:docMk/>
            <pc:sldMk cId="1895345874" sldId="2920"/>
            <ac:spMk id="6" creationId="{93B6ADEE-235A-428B-BCDA-D35BB63A60A9}"/>
          </ac:spMkLst>
        </pc:spChg>
        <pc:spChg chg="mod">
          <ac:chgData name="Осипенко Святослав Вячеславович" userId="2989a2a6-3e20-4aab-8dc9-0a51d28f28f4" providerId="ADAL" clId="{2C360BB8-4D04-46C6-BA4D-C380353793FC}" dt="2024-08-26T11:59:54.124" v="520" actId="20577"/>
          <ac:spMkLst>
            <pc:docMk/>
            <pc:sldMk cId="1895345874" sldId="2920"/>
            <ac:spMk id="41" creationId="{CE1D24DD-B923-A77A-6F54-AC8CBB150FFA}"/>
          </ac:spMkLst>
        </pc:spChg>
        <pc:picChg chg="del">
          <ac:chgData name="Осипенко Святослав Вячеславович" userId="2989a2a6-3e20-4aab-8dc9-0a51d28f28f4" providerId="ADAL" clId="{2C360BB8-4D04-46C6-BA4D-C380353793FC}" dt="2024-08-26T11:15:30.309" v="13" actId="478"/>
          <ac:picMkLst>
            <pc:docMk/>
            <pc:sldMk cId="1895345874" sldId="2920"/>
            <ac:picMk id="15" creationId="{1DE003E6-ABDF-46DC-9C90-16F130CB5CEF}"/>
          </ac:picMkLst>
        </pc:picChg>
        <pc:picChg chg="add mod">
          <ac:chgData name="Осипенко Святослав Вячеславович" userId="2989a2a6-3e20-4aab-8dc9-0a51d28f28f4" providerId="ADAL" clId="{2C360BB8-4D04-46C6-BA4D-C380353793FC}" dt="2024-08-26T11:15:33.150" v="15" actId="1076"/>
          <ac:picMkLst>
            <pc:docMk/>
            <pc:sldMk cId="1895345874" sldId="2920"/>
            <ac:picMk id="16" creationId="{0E37DB8A-8D25-4385-8944-76D140B8D827}"/>
          </ac:picMkLst>
        </pc:picChg>
        <pc:picChg chg="mod">
          <ac:chgData name="Осипенко Святослав Вячеславович" userId="2989a2a6-3e20-4aab-8dc9-0a51d28f28f4" providerId="ADAL" clId="{2C360BB8-4D04-46C6-BA4D-C380353793FC}" dt="2024-08-26T12:04:40.091" v="700" actId="1076"/>
          <ac:picMkLst>
            <pc:docMk/>
            <pc:sldMk cId="1895345874" sldId="2920"/>
            <ac:picMk id="38" creationId="{5C87CCD5-5D3A-D922-FDE3-B19FEE2813A7}"/>
          </ac:picMkLst>
        </pc:picChg>
      </pc:sldChg>
    </pc:docChg>
  </pc:docChgLst>
  <pc:docChgLst>
    <pc:chgData name="Лёвкина Наталья" userId="045cc528-69ee-4f09-8816-a81e3b02b284" providerId="ADAL" clId="{63C0A14F-8339-4B1D-B372-5341F39F7C4D}"/>
    <pc:docChg chg="custSel modSld">
      <pc:chgData name="Лёвкина Наталья" userId="045cc528-69ee-4f09-8816-a81e3b02b284" providerId="ADAL" clId="{63C0A14F-8339-4B1D-B372-5341F39F7C4D}" dt="2024-04-10T06:45:02.456" v="30" actId="1076"/>
      <pc:docMkLst>
        <pc:docMk/>
      </pc:docMkLst>
      <pc:sldChg chg="addSp delSp modSp mod modShow">
        <pc:chgData name="Лёвкина Наталья" userId="045cc528-69ee-4f09-8816-a81e3b02b284" providerId="ADAL" clId="{63C0A14F-8339-4B1D-B372-5341F39F7C4D}" dt="2024-04-10T06:45:02.456" v="30" actId="1076"/>
        <pc:sldMkLst>
          <pc:docMk/>
          <pc:sldMk cId="1895345874" sldId="2920"/>
        </pc:sldMkLst>
        <pc:spChg chg="add mod">
          <ac:chgData name="Лёвкина Наталья" userId="045cc528-69ee-4f09-8816-a81e3b02b284" providerId="ADAL" clId="{63C0A14F-8339-4B1D-B372-5341F39F7C4D}" dt="2024-04-10T06:43:55.820" v="15" actId="207"/>
          <ac:spMkLst>
            <pc:docMk/>
            <pc:sldMk cId="1895345874" sldId="2920"/>
            <ac:spMk id="3" creationId="{015635A7-9CE0-0943-38C1-9960A709FFFE}"/>
          </ac:spMkLst>
        </pc:spChg>
        <pc:spChg chg="add mod">
          <ac:chgData name="Лёвкина Наталья" userId="045cc528-69ee-4f09-8816-a81e3b02b284" providerId="ADAL" clId="{63C0A14F-8339-4B1D-B372-5341F39F7C4D}" dt="2024-04-10T06:44:08.455" v="20"/>
          <ac:spMkLst>
            <pc:docMk/>
            <pc:sldMk cId="1895345874" sldId="2920"/>
            <ac:spMk id="4" creationId="{A4638CE1-BF9F-0E50-6AF4-86080C496081}"/>
          </ac:spMkLst>
        </pc:spChg>
        <pc:spChg chg="add mod">
          <ac:chgData name="Лёвкина Наталья" userId="045cc528-69ee-4f09-8816-a81e3b02b284" providerId="ADAL" clId="{63C0A14F-8339-4B1D-B372-5341F39F7C4D}" dt="2024-04-10T06:44:19.716" v="22" actId="1076"/>
          <ac:spMkLst>
            <pc:docMk/>
            <pc:sldMk cId="1895345874" sldId="2920"/>
            <ac:spMk id="5" creationId="{4C8868D4-6A51-6D5C-2469-4C098F3D8B7B}"/>
          </ac:spMkLst>
        </pc:spChg>
        <pc:spChg chg="add mod">
          <ac:chgData name="Лёвкина Наталья" userId="045cc528-69ee-4f09-8816-a81e3b02b284" providerId="ADAL" clId="{63C0A14F-8339-4B1D-B372-5341F39F7C4D}" dt="2024-04-10T06:45:02.456" v="30" actId="1076"/>
          <ac:spMkLst>
            <pc:docMk/>
            <pc:sldMk cId="1895345874" sldId="2920"/>
            <ac:spMk id="6" creationId="{93B6ADEE-235A-428B-BCDA-D35BB63A60A9}"/>
          </ac:spMkLst>
        </pc:spChg>
        <pc:spChg chg="del mod">
          <ac:chgData name="Лёвкина Наталья" userId="045cc528-69ee-4f09-8816-a81e3b02b284" providerId="ADAL" clId="{63C0A14F-8339-4B1D-B372-5341F39F7C4D}" dt="2024-04-10T06:43:46.949" v="11" actId="478"/>
          <ac:spMkLst>
            <pc:docMk/>
            <pc:sldMk cId="1895345874" sldId="2920"/>
            <ac:spMk id="18" creationId="{C22A9093-B536-0C7C-66A6-D7E6C502B6BF}"/>
          </ac:spMkLst>
        </pc:spChg>
        <pc:spChg chg="del">
          <ac:chgData name="Лёвкина Наталья" userId="045cc528-69ee-4f09-8816-a81e3b02b284" providerId="ADAL" clId="{63C0A14F-8339-4B1D-B372-5341F39F7C4D}" dt="2024-04-10T06:44:01.980" v="18" actId="478"/>
          <ac:spMkLst>
            <pc:docMk/>
            <pc:sldMk cId="1895345874" sldId="2920"/>
            <ac:spMk id="22" creationId="{2DA770F5-F2CA-55AC-778A-B5D8C40637E9}"/>
          </ac:spMkLst>
        </pc:spChg>
        <pc:spChg chg="mod">
          <ac:chgData name="Лёвкина Наталья" userId="045cc528-69ee-4f09-8816-a81e3b02b284" providerId="ADAL" clId="{63C0A14F-8339-4B1D-B372-5341F39F7C4D}" dt="2024-04-10T06:44:41.774" v="27" actId="20577"/>
          <ac:spMkLst>
            <pc:docMk/>
            <pc:sldMk cId="1895345874" sldId="2920"/>
            <ac:spMk id="41" creationId="{CE1D24DD-B923-A77A-6F54-AC8CBB150FFA}"/>
          </ac:spMkLst>
        </pc:spChg>
        <pc:spChg chg="mod">
          <ac:chgData name="Лёвкина Наталья" userId="045cc528-69ee-4f09-8816-a81e3b02b284" providerId="ADAL" clId="{63C0A14F-8339-4B1D-B372-5341F39F7C4D}" dt="2024-04-10T06:43:50.600" v="13" actId="1076"/>
          <ac:spMkLst>
            <pc:docMk/>
            <pc:sldMk cId="1895345874" sldId="2920"/>
            <ac:spMk id="45" creationId="{26FF1C5B-956D-851E-EAE0-5EA67B611196}"/>
          </ac:spMkLst>
        </pc:spChg>
        <pc:spChg chg="del">
          <ac:chgData name="Лёвкина Наталья" userId="045cc528-69ee-4f09-8816-a81e3b02b284" providerId="ADAL" clId="{63C0A14F-8339-4B1D-B372-5341F39F7C4D}" dt="2024-04-10T06:43:48.470" v="12" actId="478"/>
          <ac:spMkLst>
            <pc:docMk/>
            <pc:sldMk cId="1895345874" sldId="2920"/>
            <ac:spMk id="639" creationId="{00000000-0000-0000-0000-000000000000}"/>
          </ac:spMkLst>
        </pc:spChg>
        <pc:spChg chg="del">
          <ac:chgData name="Лёвкина Наталья" userId="045cc528-69ee-4f09-8816-a81e3b02b284" providerId="ADAL" clId="{63C0A14F-8339-4B1D-B372-5341F39F7C4D}" dt="2024-04-10T06:43:32.536" v="6" actId="478"/>
          <ac:spMkLst>
            <pc:docMk/>
            <pc:sldMk cId="1895345874" sldId="2920"/>
            <ac:spMk id="640" creationId="{00000000-0000-0000-0000-000000000000}"/>
          </ac:spMkLst>
        </pc:spChg>
        <pc:spChg chg="del">
          <ac:chgData name="Лёвкина Наталья" userId="045cc528-69ee-4f09-8816-a81e3b02b284" providerId="ADAL" clId="{63C0A14F-8339-4B1D-B372-5341F39F7C4D}" dt="2024-04-10T06:44:00.543" v="17" actId="478"/>
          <ac:spMkLst>
            <pc:docMk/>
            <pc:sldMk cId="1895345874" sldId="2920"/>
            <ac:spMk id="644" creationId="{00000000-0000-0000-0000-000000000000}"/>
          </ac:spMkLst>
        </pc:spChg>
        <pc:spChg chg="mod">
          <ac:chgData name="Лёвкина Наталья" userId="045cc528-69ee-4f09-8816-a81e3b02b284" providerId="ADAL" clId="{63C0A14F-8339-4B1D-B372-5341F39F7C4D}" dt="2024-04-10T06:43:58.535" v="16" actId="1076"/>
          <ac:spMkLst>
            <pc:docMk/>
            <pc:sldMk cId="1895345874" sldId="2920"/>
            <ac:spMk id="646" creationId="{00000000-0000-0000-0000-000000000000}"/>
          </ac:spMkLst>
        </pc:spChg>
        <pc:picChg chg="add mod">
          <ac:chgData name="Лёвкина Наталья" userId="045cc528-69ee-4f09-8816-a81e3b02b284" providerId="ADAL" clId="{63C0A14F-8339-4B1D-B372-5341F39F7C4D}" dt="2024-04-10T06:44:03.183" v="19" actId="1076"/>
          <ac:picMkLst>
            <pc:docMk/>
            <pc:sldMk cId="1895345874" sldId="2920"/>
            <ac:picMk id="2" creationId="{0EA5EA00-0DD2-C5EF-F92B-57D5B6B3D8C0}"/>
          </ac:picMkLst>
        </pc:picChg>
        <pc:picChg chg="del">
          <ac:chgData name="Лёвкина Наталья" userId="045cc528-69ee-4f09-8816-a81e3b02b284" providerId="ADAL" clId="{63C0A14F-8339-4B1D-B372-5341F39F7C4D}" dt="2024-04-10T06:43:14.241" v="1" actId="478"/>
          <ac:picMkLst>
            <pc:docMk/>
            <pc:sldMk cId="1895345874" sldId="2920"/>
            <ac:picMk id="19" creationId="{A703DB85-232A-497D-BF80-88B1378001C6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77E286-FD85-4651-9784-DC3C38A4C3D9}" type="datetimeFigureOut">
              <a:rPr lang="ru-RU" smtClean="0"/>
              <a:t>19.11.2024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7005B3-CBE1-4C33-B797-46A2E9F81AE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88244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gf9645b2320_6_6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2" name="Google Shape;612;gf9645b2320_6_6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ru-RU" sz="1600" b="1" dirty="0">
                <a:solidFill>
                  <a:schemeClr val="tx1"/>
                </a:solidFill>
                <a:highlight>
                  <a:srgbClr val="FFFF00"/>
                </a:highlight>
              </a:rPr>
              <a:t>Описание примера вскрытия резервов: </a:t>
            </a:r>
            <a:br>
              <a:rPr lang="ru-RU" dirty="0"/>
            </a:br>
            <a:r>
              <a:rPr lang="ru-RU" dirty="0"/>
              <a:t>*</a:t>
            </a:r>
            <a:r>
              <a:rPr lang="ru-RU" b="1" dirty="0"/>
              <a:t>Контактная информация: </a:t>
            </a:r>
            <a:r>
              <a:rPr lang="ru-RU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Слиньков Александр;</a:t>
            </a:r>
            <a:r>
              <a:rPr lang="ru-RU" b="0" dirty="0"/>
              <a:t> </a:t>
            </a:r>
            <a:r>
              <a:rPr lang="ru-RU" dirty="0"/>
              <a:t>+79312409850; </a:t>
            </a:r>
            <a:br>
              <a:rPr lang="ru-RU" dirty="0"/>
            </a:br>
            <a:r>
              <a:rPr lang="ru-RU" dirty="0"/>
              <a:t>*</a:t>
            </a:r>
            <a:r>
              <a:rPr lang="ru-RU" b="1" dirty="0"/>
              <a:t>Срок реализации проекта: </a:t>
            </a:r>
            <a:r>
              <a:rPr lang="ru-RU" dirty="0"/>
              <a:t>с июня 2024 по декабрь 2024, результаты за 6 мес. работы</a:t>
            </a:r>
          </a:p>
          <a:p>
            <a:r>
              <a:rPr lang="ru-RU" dirty="0"/>
              <a:t>*</a:t>
            </a:r>
            <a:r>
              <a:rPr lang="ru-RU" b="1" dirty="0"/>
              <a:t>Краткая информация о предприятии:</a:t>
            </a:r>
          </a:p>
          <a:p>
            <a:pPr marL="171450" indent="-171450">
              <a:buFontTx/>
              <a:buChar char="-"/>
            </a:pPr>
            <a:r>
              <a:rPr lang="ru-RU" dirty="0"/>
              <a:t>Режим работы предприятия/потока – 2 сменный режим работы (по 8 часов, по 12 часов), </a:t>
            </a:r>
          </a:p>
          <a:p>
            <a:pPr marL="171450" indent="-171450">
              <a:buFontTx/>
              <a:buChar char="-"/>
            </a:pPr>
            <a:r>
              <a:rPr lang="ru-RU" dirty="0"/>
              <a:t>Численность сотрудников предприятия – около 4000 чел.</a:t>
            </a:r>
          </a:p>
          <a:p>
            <a:pPr marL="171450" indent="-171450">
              <a:buFontTx/>
              <a:buChar char="-"/>
            </a:pPr>
            <a:r>
              <a:rPr lang="ru-RU" dirty="0"/>
              <a:t>Причина открытия проекта именно в этом потоке – 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 связи с увеличением потребности заказчиков на ремонт изделия. </a:t>
            </a:r>
            <a:endParaRPr lang="ru-RU" dirty="0"/>
          </a:p>
          <a:p>
            <a:pPr marL="171450" indent="-171450">
              <a:buFontTx/>
              <a:buChar char="-"/>
            </a:pPr>
            <a:endParaRPr lang="ru-RU" b="1" dirty="0"/>
          </a:p>
          <a:p>
            <a:pPr marL="0" indent="0">
              <a:buFontTx/>
              <a:buNone/>
            </a:pPr>
            <a:r>
              <a:rPr lang="ru-RU" b="1" dirty="0"/>
              <a:t>Краткая справка о продукте: </a:t>
            </a:r>
          </a:p>
          <a:p>
            <a:pPr marL="0" indent="0">
              <a:buFontTx/>
              <a:buNone/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Двигатели ВК-2500 используются на вертолетах семейства Ми-, Ка-.</a:t>
            </a:r>
          </a:p>
          <a:p>
            <a:pPr marL="0" indent="0">
              <a:buFontTx/>
              <a:buNone/>
            </a:pPr>
            <a:endParaRPr lang="ru-RU" b="1" dirty="0">
              <a:solidFill>
                <a:srgbClr val="FFFF00"/>
              </a:solidFill>
            </a:endParaRPr>
          </a:p>
          <a:p>
            <a:pPr marL="0" indent="0">
              <a:buFontTx/>
              <a:buNone/>
            </a:pPr>
            <a:r>
              <a:rPr lang="ru-RU" b="1" dirty="0"/>
              <a:t>Информация о проекте: </a:t>
            </a:r>
          </a:p>
          <a:p>
            <a:pPr lvl="0"/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Проблема:</a:t>
            </a:r>
          </a:p>
          <a:p>
            <a:pPr lvl="0"/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Длительное ожидание поставки комплектующих</a:t>
            </a:r>
          </a:p>
          <a:p>
            <a:pPr lvl="0"/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Решение:</a:t>
            </a:r>
          </a:p>
          <a:p>
            <a:pPr marL="0" indent="0" algn="just">
              <a:spcBef>
                <a:spcPts val="600"/>
              </a:spcBef>
              <a:buFont typeface="+mj-lt"/>
              <a:buNone/>
            </a:pPr>
            <a:r>
              <a:rPr lang="ru-RU" sz="1200" dirty="0">
                <a:latin typeface="Open Sans"/>
                <a:ea typeface="Open Sans"/>
                <a:cs typeface="Open Sans"/>
              </a:rPr>
              <a:t>Разработан перечень аналогов деталей и сборочных единиц, которые можно использовать для замены</a:t>
            </a:r>
          </a:p>
          <a:p>
            <a:pPr marL="0" indent="0" algn="just">
              <a:spcBef>
                <a:spcPts val="600"/>
              </a:spcBef>
              <a:buFont typeface="+mj-lt"/>
              <a:buNone/>
            </a:pPr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Результат:</a:t>
            </a:r>
          </a:p>
          <a:p>
            <a:pPr lvl="0"/>
            <a:r>
              <a:rPr lang="ru-RU" sz="1200" b="0" dirty="0">
                <a:latin typeface="Open Sans"/>
                <a:ea typeface="Open Sans"/>
                <a:cs typeface="Open Sans"/>
              </a:rPr>
              <a:t>Повышение выработки на 17%</a:t>
            </a:r>
          </a:p>
          <a:p>
            <a:pPr lvl="0"/>
            <a:endParaRPr lang="ru-RU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Проблема:</a:t>
            </a:r>
          </a:p>
          <a:p>
            <a:pPr lvl="0"/>
            <a:r>
              <a:rPr lang="ru-RU" sz="1200" dirty="0">
                <a:latin typeface="Open Sans"/>
                <a:ea typeface="Verdana"/>
                <a:cs typeface="Open Sans"/>
              </a:rPr>
              <a:t>Длительное время ожидания дефектации и ремонта из другого подразделения предприятия</a:t>
            </a:r>
          </a:p>
          <a:p>
            <a:pPr lvl="0"/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Решение:</a:t>
            </a:r>
          </a:p>
          <a:p>
            <a:pPr lvl="0"/>
            <a:r>
              <a:rPr lang="ru-RU" sz="1200" dirty="0">
                <a:latin typeface="Open Sans"/>
                <a:ea typeface="Open Sans"/>
                <a:cs typeface="Open Sans"/>
              </a:rPr>
              <a:t>Перенос операций по дефектации и ремонту пружин в цех ремонта авиадвигателей</a:t>
            </a:r>
          </a:p>
          <a:p>
            <a:pPr lvl="0"/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Результат: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dirty="0">
                <a:latin typeface="Open Sans"/>
                <a:ea typeface="Open Sans"/>
                <a:cs typeface="Open Sans"/>
              </a:rPr>
              <a:t>Сокращение </a:t>
            </a:r>
            <a:r>
              <a:rPr lang="ru-RU" sz="1200" b="0" dirty="0">
                <a:latin typeface="Open Sans"/>
                <a:ea typeface="Open Sans"/>
                <a:cs typeface="Open Sans"/>
              </a:rPr>
              <a:t>ожидания  комплектующих на 5%</a:t>
            </a:r>
          </a:p>
          <a:p>
            <a:pPr lvl="0"/>
            <a:endParaRPr lang="ru-RU" sz="1200" dirty="0">
              <a:latin typeface="Open Sans"/>
              <a:ea typeface="Open Sans"/>
              <a:cs typeface="Open Sans"/>
            </a:endParaRPr>
          </a:p>
          <a:p>
            <a:pPr lvl="0"/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Проблема:</a:t>
            </a:r>
          </a:p>
          <a:p>
            <a:pPr lvl="0"/>
            <a:r>
              <a:rPr lang="ru-RU" sz="1200" dirty="0">
                <a:latin typeface="Open Sans"/>
                <a:ea typeface="Verdana"/>
                <a:cs typeface="Open Sans"/>
              </a:rPr>
              <a:t>Отсутствие информации о стадии ремонта авиадвигателя и проблемах в потоке</a:t>
            </a:r>
          </a:p>
          <a:p>
            <a:pPr lvl="0"/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Решение:</a:t>
            </a:r>
          </a:p>
          <a:p>
            <a:pPr lvl="0"/>
            <a:r>
              <a:rPr lang="ru-RU" sz="1200" dirty="0">
                <a:latin typeface="Open Sans"/>
                <a:ea typeface="Verdana"/>
                <a:cs typeface="Open Sans"/>
              </a:rPr>
              <a:t>Внедрен производственный анализ в потоке производства, с выявлением причин простоя, что позволило </a:t>
            </a:r>
          </a:p>
          <a:p>
            <a:pPr lvl="0"/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Результат:</a:t>
            </a:r>
          </a:p>
          <a:p>
            <a:pPr lvl="0"/>
            <a:r>
              <a:rPr lang="ru-RU" sz="1200" b="0" dirty="0">
                <a:latin typeface="Open Sans"/>
                <a:ea typeface="Open Sans"/>
                <a:cs typeface="Open Sans"/>
              </a:rPr>
              <a:t>Повышение выработки на 10%</a:t>
            </a:r>
          </a:p>
          <a:p>
            <a:pPr lvl="0"/>
            <a:endParaRPr lang="ru-RU" sz="1200" dirty="0">
              <a:latin typeface="Open Sans"/>
              <a:ea typeface="Open Sans"/>
              <a:cs typeface="Open Sans"/>
            </a:endParaRPr>
          </a:p>
          <a:p>
            <a:pPr lvl="0"/>
            <a:endParaRPr lang="ru-RU" sz="1200" dirty="0">
              <a:latin typeface="Open Sans"/>
              <a:ea typeface="Open Sans"/>
              <a:cs typeface="Open Sans"/>
            </a:endParaRPr>
          </a:p>
        </p:txBody>
      </p:sp>
      <p:sp>
        <p:nvSpPr>
          <p:cNvPr id="613" name="Google Shape;613;gf9645b2320_6_6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gf9645b2320_6_6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2" name="Google Shape;612;gf9645b2320_6_6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ru-RU" sz="1600" b="1" dirty="0">
                <a:solidFill>
                  <a:schemeClr val="tx1"/>
                </a:solidFill>
                <a:highlight>
                  <a:srgbClr val="FFFF00"/>
                </a:highlight>
              </a:rPr>
              <a:t>Описание примера вскрытия резервов: </a:t>
            </a:r>
            <a:br>
              <a:rPr lang="ru-RU" dirty="0"/>
            </a:br>
            <a:r>
              <a:rPr lang="ru-RU" dirty="0"/>
              <a:t>*</a:t>
            </a:r>
            <a:r>
              <a:rPr lang="ru-RU" b="1" dirty="0"/>
              <a:t>Контактная информация: </a:t>
            </a:r>
            <a:r>
              <a:rPr lang="ru-RU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Слиньков Александр;</a:t>
            </a:r>
            <a:r>
              <a:rPr lang="ru-RU" b="0" dirty="0"/>
              <a:t> </a:t>
            </a:r>
            <a:r>
              <a:rPr lang="ru-RU" dirty="0"/>
              <a:t>+79312409850; </a:t>
            </a:r>
            <a:br>
              <a:rPr lang="ru-RU" dirty="0"/>
            </a:br>
            <a:r>
              <a:rPr lang="ru-RU" dirty="0"/>
              <a:t>*</a:t>
            </a:r>
            <a:r>
              <a:rPr lang="ru-RU" b="1" dirty="0"/>
              <a:t>Срок реализации проекта: </a:t>
            </a:r>
            <a:r>
              <a:rPr lang="ru-RU" dirty="0"/>
              <a:t>с июня 2024 по декабрь 2024, результаты за 6 мес. работы</a:t>
            </a:r>
          </a:p>
          <a:p>
            <a:r>
              <a:rPr lang="ru-RU" dirty="0"/>
              <a:t>*</a:t>
            </a:r>
            <a:r>
              <a:rPr lang="ru-RU" b="1" dirty="0"/>
              <a:t>Краткая информация о предприятии:</a:t>
            </a:r>
          </a:p>
          <a:p>
            <a:pPr marL="171450" indent="-171450">
              <a:buFontTx/>
              <a:buChar char="-"/>
            </a:pPr>
            <a:r>
              <a:rPr lang="ru-RU" dirty="0"/>
              <a:t>Режим работы предприятия/потока – 2 сменный режим работы (по 8 часов, по 12 часов), </a:t>
            </a:r>
          </a:p>
          <a:p>
            <a:pPr marL="171450" indent="-171450">
              <a:buFontTx/>
              <a:buChar char="-"/>
            </a:pPr>
            <a:r>
              <a:rPr lang="ru-RU" dirty="0"/>
              <a:t>Численность сотрудников предприятия – около 4000 чел.</a:t>
            </a:r>
          </a:p>
          <a:p>
            <a:pPr marL="171450" indent="-171450">
              <a:buFontTx/>
              <a:buChar char="-"/>
            </a:pPr>
            <a:r>
              <a:rPr lang="ru-RU" dirty="0"/>
              <a:t>Причина открытия проекта именно в этом потоке – 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 связи с увеличением потребности заказчиков на ремонт изделия. </a:t>
            </a:r>
            <a:endParaRPr lang="ru-RU" dirty="0"/>
          </a:p>
          <a:p>
            <a:pPr marL="171450" indent="-171450">
              <a:buFontTx/>
              <a:buChar char="-"/>
            </a:pPr>
            <a:endParaRPr lang="ru-RU" b="1" dirty="0"/>
          </a:p>
          <a:p>
            <a:pPr marL="0" indent="0">
              <a:buFontTx/>
              <a:buNone/>
            </a:pPr>
            <a:r>
              <a:rPr lang="ru-RU" b="1" dirty="0"/>
              <a:t>Краткая справка о продукте: </a:t>
            </a:r>
          </a:p>
          <a:p>
            <a:pPr marL="0" indent="0">
              <a:buFontTx/>
              <a:buNone/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Двигатели ВК-2500 используются на вертолетах семейства Ми-, Ка-.</a:t>
            </a:r>
          </a:p>
          <a:p>
            <a:pPr marL="0" indent="0">
              <a:buFontTx/>
              <a:buNone/>
            </a:pPr>
            <a:endParaRPr lang="ru-RU" b="1" dirty="0">
              <a:solidFill>
                <a:srgbClr val="FFFF00"/>
              </a:solidFill>
            </a:endParaRPr>
          </a:p>
          <a:p>
            <a:pPr marL="0" indent="0">
              <a:buFontTx/>
              <a:buNone/>
            </a:pPr>
            <a:r>
              <a:rPr lang="ru-RU" b="1" dirty="0"/>
              <a:t>Информация о проекте: </a:t>
            </a:r>
          </a:p>
          <a:p>
            <a:pPr lvl="0"/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Проблема:</a:t>
            </a:r>
          </a:p>
          <a:p>
            <a:pPr lvl="0"/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Длительное ожидание поставки комплектующих</a:t>
            </a:r>
          </a:p>
          <a:p>
            <a:pPr lvl="0"/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Решение:</a:t>
            </a:r>
          </a:p>
          <a:p>
            <a:pPr marL="0" indent="0" algn="just">
              <a:spcBef>
                <a:spcPts val="600"/>
              </a:spcBef>
              <a:buFont typeface="+mj-lt"/>
              <a:buNone/>
            </a:pPr>
            <a:r>
              <a:rPr lang="ru-RU" sz="1200" dirty="0">
                <a:latin typeface="Open Sans"/>
                <a:ea typeface="Open Sans"/>
                <a:cs typeface="Open Sans"/>
              </a:rPr>
              <a:t>Разработан перечень аналогов деталей и сборочных единиц, которые можно использовать для замены</a:t>
            </a:r>
          </a:p>
          <a:p>
            <a:pPr marL="0" indent="0" algn="just">
              <a:spcBef>
                <a:spcPts val="600"/>
              </a:spcBef>
              <a:buFont typeface="+mj-lt"/>
              <a:buNone/>
            </a:pPr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Результат:</a:t>
            </a:r>
          </a:p>
          <a:p>
            <a:pPr lvl="0"/>
            <a:r>
              <a:rPr lang="ru-RU" sz="1200" b="0" dirty="0">
                <a:latin typeface="Open Sans"/>
                <a:ea typeface="Open Sans"/>
                <a:cs typeface="Open Sans"/>
              </a:rPr>
              <a:t>Повышение выработки на 17%</a:t>
            </a:r>
          </a:p>
          <a:p>
            <a:pPr lvl="0"/>
            <a:endParaRPr lang="ru-RU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Проблема:</a:t>
            </a:r>
          </a:p>
          <a:p>
            <a:pPr lvl="0"/>
            <a:r>
              <a:rPr lang="ru-RU" sz="1200" dirty="0">
                <a:latin typeface="Open Sans"/>
                <a:ea typeface="Verdana"/>
                <a:cs typeface="Open Sans"/>
              </a:rPr>
              <a:t>Длительное время ожидания дефектации и ремонта из другого подразделения предприятия</a:t>
            </a:r>
          </a:p>
          <a:p>
            <a:pPr lvl="0"/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Решение:</a:t>
            </a:r>
          </a:p>
          <a:p>
            <a:pPr lvl="0"/>
            <a:r>
              <a:rPr lang="ru-RU" sz="1200" dirty="0">
                <a:latin typeface="Open Sans"/>
                <a:ea typeface="Open Sans"/>
                <a:cs typeface="Open Sans"/>
              </a:rPr>
              <a:t>Перенос операций по дефектации и ремонту пружин в цех ремонта авиадвигателей</a:t>
            </a:r>
          </a:p>
          <a:p>
            <a:pPr lvl="0"/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Результат: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dirty="0">
                <a:latin typeface="Open Sans"/>
                <a:ea typeface="Open Sans"/>
                <a:cs typeface="Open Sans"/>
              </a:rPr>
              <a:t>Сокращение </a:t>
            </a:r>
            <a:r>
              <a:rPr lang="ru-RU" sz="1200" b="0" dirty="0">
                <a:latin typeface="Open Sans"/>
                <a:ea typeface="Open Sans"/>
                <a:cs typeface="Open Sans"/>
              </a:rPr>
              <a:t>ожидания  комплектующих на 5%</a:t>
            </a:r>
          </a:p>
          <a:p>
            <a:pPr lvl="0"/>
            <a:endParaRPr lang="ru-RU" sz="1200" dirty="0">
              <a:latin typeface="Open Sans"/>
              <a:ea typeface="Open Sans"/>
              <a:cs typeface="Open Sans"/>
            </a:endParaRPr>
          </a:p>
          <a:p>
            <a:pPr lvl="0"/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Проблема:</a:t>
            </a:r>
          </a:p>
          <a:p>
            <a:pPr lvl="0"/>
            <a:r>
              <a:rPr lang="ru-RU" sz="1200" dirty="0">
                <a:latin typeface="Open Sans"/>
                <a:ea typeface="Verdana"/>
                <a:cs typeface="Open Sans"/>
              </a:rPr>
              <a:t>Отсутствие информации о стадии ремонта авиадвигателя и проблемах в потоке</a:t>
            </a:r>
          </a:p>
          <a:p>
            <a:pPr lvl="0"/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Решение:</a:t>
            </a:r>
          </a:p>
          <a:p>
            <a:pPr lvl="0"/>
            <a:r>
              <a:rPr lang="ru-RU" sz="1200" dirty="0">
                <a:latin typeface="Open Sans"/>
                <a:ea typeface="Verdana"/>
                <a:cs typeface="Open Sans"/>
              </a:rPr>
              <a:t>Внедрен производственный анализ в потоке производства, с выявлением причин простоя, что позволило </a:t>
            </a:r>
          </a:p>
          <a:p>
            <a:pPr lvl="0"/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Результат:</a:t>
            </a:r>
          </a:p>
          <a:p>
            <a:pPr lvl="0"/>
            <a:r>
              <a:rPr lang="ru-RU" sz="1200" b="0" dirty="0">
                <a:latin typeface="Open Sans"/>
                <a:ea typeface="Open Sans"/>
                <a:cs typeface="Open Sans"/>
              </a:rPr>
              <a:t>Повышение выработки на 10%</a:t>
            </a:r>
          </a:p>
        </p:txBody>
      </p:sp>
      <p:sp>
        <p:nvSpPr>
          <p:cNvPr id="613" name="Google Shape;613;gf9645b2320_6_6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102879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DEAE69-D941-47BC-8426-85E2BB233A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03CA1D6-790D-4ACB-AAAB-56704B8CC6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A491A11-5959-44CE-842F-294FD908FC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39180-5C86-4F36-9169-AF5BCB991B6B}" type="datetimeFigureOut">
              <a:rPr lang="ru-RU" smtClean="0"/>
              <a:t>19.11.2024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9668A48-3E7E-431F-BD0D-5ABFD53E9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8B43575-81AD-401D-A10B-38EDE650F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81F53-A6CD-48AF-A98B-34C754E264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34545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6063BD-A385-440C-B5A7-DA50154B3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3F831F5-9377-4B1C-9ECC-CA984C874A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BB88B42-4290-473C-A986-AFC8135850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39180-5C86-4F36-9169-AF5BCB991B6B}" type="datetimeFigureOut">
              <a:rPr lang="ru-RU" smtClean="0"/>
              <a:t>19.11.2024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85B71DC-6299-41AB-9389-EDE526F47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0993B46-1D04-4274-A233-E4ADD4B20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81F53-A6CD-48AF-A98B-34C754E264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66003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C0D502-A68F-4F07-8764-E5C9BB1AF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4916408-A6E4-4E3E-A2FF-0491B725A4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59C5493-7C94-4767-AC51-83ABFDAA3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39180-5C86-4F36-9169-AF5BCB991B6B}" type="datetimeFigureOut">
              <a:rPr lang="ru-RU" smtClean="0"/>
              <a:t>19.11.2024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BC16816-B78D-44E3-A805-8B246C3D5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4506217-29EE-4F1F-B299-8BCC17DF4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81F53-A6CD-48AF-A98B-34C754E264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56857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4E3E36-FBC5-491C-8F6A-3D5E51946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D355DB7-D747-4210-BE9E-74083C05BB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2E5087D-E16D-439A-8904-6E12773E8A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0305A0E-F4B4-4323-BD59-2275386589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39180-5C86-4F36-9169-AF5BCB991B6B}" type="datetimeFigureOut">
              <a:rPr lang="ru-RU" smtClean="0"/>
              <a:t>19.11.2024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A8133BC-0CCF-43F0-AA6C-8ECE7E606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6709179-8784-4F25-A33B-D1998CA72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81F53-A6CD-48AF-A98B-34C754E264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21672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F3DA22-2FE6-401D-90BC-2DCCA21D1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BBF5271-6BDC-4D1A-9FDB-CA237FA18A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E109C07-6754-42CE-B836-8549F8B153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5C45477-0121-420D-8BC5-602D1A65A0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E1F7E3DE-4773-4278-91AF-9FE3556CAC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A13241AD-1835-4B48-ABBE-8499ED1C74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39180-5C86-4F36-9169-AF5BCB991B6B}" type="datetimeFigureOut">
              <a:rPr lang="ru-RU" smtClean="0"/>
              <a:t>19.11.2024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C63ADAB-76AE-49D5-B2C5-8D8EBE188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FFFED3A1-EC50-4DBB-9F6A-9040FFC4A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81F53-A6CD-48AF-A98B-34C754E264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8992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151C37-0133-4411-B26D-24098C977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EED6AE19-AC59-4D0C-9668-B830419C6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39180-5C86-4F36-9169-AF5BCB991B6B}" type="datetimeFigureOut">
              <a:rPr lang="ru-RU" smtClean="0"/>
              <a:t>19.11.2024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EABE4E1-481A-4FB2-A307-4C4B78C9A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F1EC24D-66EC-4D26-8024-2E941BDB9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81F53-A6CD-48AF-A98B-34C754E264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59857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E9D21D11-3582-4FD0-BFD5-BCB98709F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39180-5C86-4F36-9169-AF5BCB991B6B}" type="datetimeFigureOut">
              <a:rPr lang="ru-RU" smtClean="0"/>
              <a:t>19.11.2024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1CC9EA76-E609-4700-856F-9E4CBE334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900D81B-9400-471A-B6CE-415D36089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81F53-A6CD-48AF-A98B-34C754E264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86945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6FF8B9-BC22-4011-ACBF-780ECD909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D38E579-E2C0-4766-9F52-29C183E1BD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DF13C62-972A-436E-B726-ABBA99B9EE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3823340-3E0B-427F-BA41-49285A03C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39180-5C86-4F36-9169-AF5BCB991B6B}" type="datetimeFigureOut">
              <a:rPr lang="ru-RU" smtClean="0"/>
              <a:t>19.11.2024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B9FB937-3D8F-45C8-B26C-695ED34EF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5BCE23B-DB0F-4508-BEC6-2A5B9C8A4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81F53-A6CD-48AF-A98B-34C754E264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0936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FCED04-0513-48BB-9A5F-359E10070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3C02BD89-0535-4EBA-8AB7-E19C3380DA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D850FD3-60CE-4A47-9E69-A8C2E8CE47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B918A20-7705-468C-B465-9A4860F39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39180-5C86-4F36-9169-AF5BCB991B6B}" type="datetimeFigureOut">
              <a:rPr lang="ru-RU" smtClean="0"/>
              <a:t>19.11.2024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7AD6C1C-AE0B-4512-9F69-EDF546F3C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E39373B-C17B-4474-9ED3-CBDB9A44D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81F53-A6CD-48AF-A98B-34C754E264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30575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1E6406-3600-4176-942F-B69CC4156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E4BCF41-7C3E-40E7-9DFD-A769962ADC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6C7B124-F74E-45A6-840A-2A951DD00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39180-5C86-4F36-9169-AF5BCB991B6B}" type="datetimeFigureOut">
              <a:rPr lang="ru-RU" smtClean="0"/>
              <a:t>19.11.2024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E16A57C-BA3C-45C2-8D3F-325D700C95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2E5EDE0-AC72-4230-897C-6CE56C761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81F53-A6CD-48AF-A98B-34C754E264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12869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C785B8C9-01B8-41A0-A8B9-BCFDA75E76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9DCC2DC-CF62-4240-BB9D-E9B05C04AC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BA4D78B-7E61-479F-81A3-CC57DAD30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39180-5C86-4F36-9169-AF5BCB991B6B}" type="datetimeFigureOut">
              <a:rPr lang="ru-RU" smtClean="0"/>
              <a:t>19.11.2024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D8EAD15-F143-4AF7-8627-66FBEC7CC9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147CEEC-1C13-4466-BEF4-2E20CA3AF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81F53-A6CD-48AF-A98B-34C754E264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72266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7AB35D-EFB0-4F93-9549-E351352D3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3F510D1-386B-4926-877F-65F24B35B2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FA2FB23-5A7D-4ED8-BB23-194845B453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B39180-5C86-4F36-9169-AF5BCB991B6B}" type="datetimeFigureOut">
              <a:rPr lang="ru-RU" smtClean="0"/>
              <a:t>19.11.2024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3AE09B7-010D-4998-8A93-67B36ED98F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D8081E5-3EC2-482D-9472-7B1F60BCFE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581F53-A6CD-48AF-A98B-34C754E264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03955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microsoft.com/office/2007/relationships/hdphoto" Target="../media/hdphoto1.wdp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microsoft.com/office/2007/relationships/hdphoto" Target="../media/hdphoto1.wdp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5" name="Google Shape;615;gf9645b2320_6_610"/>
          <p:cNvGrpSpPr/>
          <p:nvPr/>
        </p:nvGrpSpPr>
        <p:grpSpPr>
          <a:xfrm>
            <a:off x="0" y="0"/>
            <a:ext cx="7275784" cy="1307677"/>
            <a:chOff x="0" y="0"/>
            <a:chExt cx="11998325" cy="2156460"/>
          </a:xfrm>
        </p:grpSpPr>
        <p:sp>
          <p:nvSpPr>
            <p:cNvPr id="616" name="Google Shape;616;gf9645b2320_6_610"/>
            <p:cNvSpPr/>
            <p:nvPr/>
          </p:nvSpPr>
          <p:spPr>
            <a:xfrm>
              <a:off x="0" y="0"/>
              <a:ext cx="7669530" cy="2156460"/>
            </a:xfrm>
            <a:custGeom>
              <a:avLst/>
              <a:gdLst/>
              <a:ahLst/>
              <a:cxnLst/>
              <a:rect l="l" t="t" r="r" b="b"/>
              <a:pathLst>
                <a:path w="7669530" h="2156460" extrusionOk="0">
                  <a:moveTo>
                    <a:pt x="7669123" y="0"/>
                  </a:moveTo>
                  <a:lnTo>
                    <a:pt x="0" y="0"/>
                  </a:lnTo>
                  <a:lnTo>
                    <a:pt x="0" y="2155963"/>
                  </a:lnTo>
                  <a:lnTo>
                    <a:pt x="7669123" y="0"/>
                  </a:lnTo>
                  <a:close/>
                </a:path>
              </a:pathLst>
            </a:custGeom>
            <a:solidFill>
              <a:srgbClr val="EF3B2D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067"/>
            </a:p>
          </p:txBody>
        </p:sp>
        <p:sp>
          <p:nvSpPr>
            <p:cNvPr id="617" name="Google Shape;617;gf9645b2320_6_610"/>
            <p:cNvSpPr/>
            <p:nvPr/>
          </p:nvSpPr>
          <p:spPr>
            <a:xfrm>
              <a:off x="0" y="0"/>
              <a:ext cx="7669530" cy="2156460"/>
            </a:xfrm>
            <a:custGeom>
              <a:avLst/>
              <a:gdLst/>
              <a:ahLst/>
              <a:cxnLst/>
              <a:rect l="l" t="t" r="r" b="b"/>
              <a:pathLst>
                <a:path w="7669530" h="2156460" extrusionOk="0">
                  <a:moveTo>
                    <a:pt x="7668942" y="0"/>
                  </a:moveTo>
                  <a:lnTo>
                    <a:pt x="0" y="2155901"/>
                  </a:lnTo>
                </a:path>
              </a:pathLst>
            </a:custGeom>
            <a:noFill/>
            <a:ln w="368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067"/>
            </a:p>
          </p:txBody>
        </p:sp>
        <p:sp>
          <p:nvSpPr>
            <p:cNvPr id="618" name="Google Shape;618;gf9645b2320_6_610"/>
            <p:cNvSpPr/>
            <p:nvPr/>
          </p:nvSpPr>
          <p:spPr>
            <a:xfrm>
              <a:off x="0" y="0"/>
              <a:ext cx="11242040" cy="1037590"/>
            </a:xfrm>
            <a:custGeom>
              <a:avLst/>
              <a:gdLst/>
              <a:ahLst/>
              <a:cxnLst/>
              <a:rect l="l" t="t" r="r" b="b"/>
              <a:pathLst>
                <a:path w="11242040" h="1037590" extrusionOk="0">
                  <a:moveTo>
                    <a:pt x="11241584" y="0"/>
                  </a:moveTo>
                  <a:lnTo>
                    <a:pt x="0" y="0"/>
                  </a:lnTo>
                  <a:lnTo>
                    <a:pt x="0" y="1037132"/>
                  </a:lnTo>
                  <a:lnTo>
                    <a:pt x="11241584" y="0"/>
                  </a:lnTo>
                  <a:close/>
                </a:path>
              </a:pathLst>
            </a:custGeom>
            <a:solidFill>
              <a:srgbClr val="00A2E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067"/>
            </a:p>
          </p:txBody>
        </p:sp>
        <p:sp>
          <p:nvSpPr>
            <p:cNvPr id="619" name="Google Shape;619;gf9645b2320_6_610"/>
            <p:cNvSpPr/>
            <p:nvPr/>
          </p:nvSpPr>
          <p:spPr>
            <a:xfrm>
              <a:off x="0" y="0"/>
              <a:ext cx="11242675" cy="1037590"/>
            </a:xfrm>
            <a:custGeom>
              <a:avLst/>
              <a:gdLst/>
              <a:ahLst/>
              <a:cxnLst/>
              <a:rect l="l" t="t" r="r" b="b"/>
              <a:pathLst>
                <a:path w="11242675" h="1037590" extrusionOk="0">
                  <a:moveTo>
                    <a:pt x="11242098" y="0"/>
                  </a:moveTo>
                  <a:lnTo>
                    <a:pt x="0" y="1037174"/>
                  </a:lnTo>
                </a:path>
              </a:pathLst>
            </a:custGeom>
            <a:noFill/>
            <a:ln w="5547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067"/>
            </a:p>
          </p:txBody>
        </p:sp>
        <p:sp>
          <p:nvSpPr>
            <p:cNvPr id="620" name="Google Shape;620;gf9645b2320_6_610"/>
            <p:cNvSpPr/>
            <p:nvPr/>
          </p:nvSpPr>
          <p:spPr>
            <a:xfrm>
              <a:off x="0" y="0"/>
              <a:ext cx="11998325" cy="568325"/>
            </a:xfrm>
            <a:custGeom>
              <a:avLst/>
              <a:gdLst/>
              <a:ahLst/>
              <a:cxnLst/>
              <a:rect l="l" t="t" r="r" b="b"/>
              <a:pathLst>
                <a:path w="11998325" h="568325" extrusionOk="0">
                  <a:moveTo>
                    <a:pt x="11997938" y="0"/>
                  </a:moveTo>
                  <a:lnTo>
                    <a:pt x="2949786" y="0"/>
                  </a:lnTo>
                  <a:lnTo>
                    <a:pt x="0" y="567161"/>
                  </a:lnTo>
                  <a:lnTo>
                    <a:pt x="0" y="568317"/>
                  </a:lnTo>
                  <a:lnTo>
                    <a:pt x="11997938" y="0"/>
                  </a:lnTo>
                  <a:close/>
                </a:path>
              </a:pathLst>
            </a:custGeom>
            <a:solidFill>
              <a:srgbClr val="0052A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067"/>
            </a:p>
          </p:txBody>
        </p:sp>
        <p:sp>
          <p:nvSpPr>
            <p:cNvPr id="621" name="Google Shape;621;gf9645b2320_6_610"/>
            <p:cNvSpPr/>
            <p:nvPr/>
          </p:nvSpPr>
          <p:spPr>
            <a:xfrm>
              <a:off x="5620000" y="0"/>
              <a:ext cx="4999355" cy="236854"/>
            </a:xfrm>
            <a:custGeom>
              <a:avLst/>
              <a:gdLst/>
              <a:ahLst/>
              <a:cxnLst/>
              <a:rect l="l" t="t" r="r" b="b"/>
              <a:pathLst>
                <a:path w="4999355" h="236854" extrusionOk="0">
                  <a:moveTo>
                    <a:pt x="4999123" y="0"/>
                  </a:moveTo>
                  <a:lnTo>
                    <a:pt x="1231476" y="0"/>
                  </a:lnTo>
                  <a:lnTo>
                    <a:pt x="0" y="236776"/>
                  </a:lnTo>
                  <a:lnTo>
                    <a:pt x="4999123" y="0"/>
                  </a:lnTo>
                  <a:close/>
                </a:path>
              </a:pathLst>
            </a:custGeom>
            <a:solidFill>
              <a:srgbClr val="00A2E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067"/>
            </a:p>
          </p:txBody>
        </p:sp>
      </p:grpSp>
      <p:sp>
        <p:nvSpPr>
          <p:cNvPr id="622" name="Google Shape;622;gf9645b2320_6_610"/>
          <p:cNvSpPr txBox="1"/>
          <p:nvPr/>
        </p:nvSpPr>
        <p:spPr>
          <a:xfrm>
            <a:off x="2568463" y="117670"/>
            <a:ext cx="7994800" cy="696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rmAutofit/>
          </a:bodyPr>
          <a:lstStyle/>
          <a:p>
            <a:pPr algn="r">
              <a:lnSpc>
                <a:spcPct val="115000"/>
              </a:lnSpc>
              <a:buClr>
                <a:srgbClr val="094697"/>
              </a:buClr>
              <a:buSzPts val="1480"/>
            </a:pPr>
            <a:r>
              <a:rPr lang="ru-RU" sz="1700" b="1" dirty="0">
                <a:solidFill>
                  <a:srgbClr val="094697"/>
                </a:solidFill>
                <a:latin typeface="Montserrat ExtraBold"/>
                <a:ea typeface="Open Sans"/>
                <a:cs typeface="Open Sans"/>
                <a:sym typeface="Montserrat ExtraBold"/>
              </a:rPr>
              <a:t>ПРИМЕРЫ ВСКРЫТИЯ РЕЗЕРВОВ ПРОИЗВОДИТЕЛЬНОСТИ</a:t>
            </a:r>
            <a:endParaRPr lang="ru-RU" sz="1700" b="1">
              <a:solidFill>
                <a:srgbClr val="094697"/>
              </a:solidFill>
              <a:latin typeface="Montserrat ExtraBold"/>
              <a:ea typeface="Open Sans"/>
              <a:cs typeface="Open Sans"/>
            </a:endParaRPr>
          </a:p>
        </p:txBody>
      </p:sp>
      <p:pic>
        <p:nvPicPr>
          <p:cNvPr id="623" name="Google Shape;623;gf9645b2320_6_610" descr="Изображение выглядит как рисунок, часы, знак&#10;&#10;Автоматически созданное описание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47676" y="315834"/>
            <a:ext cx="1356565" cy="58138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24" name="Google Shape;624;gf9645b2320_6_610"/>
          <p:cNvGrpSpPr/>
          <p:nvPr/>
        </p:nvGrpSpPr>
        <p:grpSpPr>
          <a:xfrm>
            <a:off x="2449569" y="1138282"/>
            <a:ext cx="395513" cy="396181"/>
            <a:chOff x="5062425" y="6991838"/>
            <a:chExt cx="717550" cy="718762"/>
          </a:xfrm>
        </p:grpSpPr>
        <p:sp>
          <p:nvSpPr>
            <p:cNvPr id="626" name="Google Shape;626;gf9645b2320_6_610"/>
            <p:cNvSpPr/>
            <p:nvPr/>
          </p:nvSpPr>
          <p:spPr>
            <a:xfrm>
              <a:off x="5062425" y="7066075"/>
              <a:ext cx="717550" cy="644525"/>
            </a:xfrm>
            <a:custGeom>
              <a:avLst/>
              <a:gdLst/>
              <a:ahLst/>
              <a:cxnLst/>
              <a:rect l="l" t="t" r="r" b="b"/>
              <a:pathLst>
                <a:path w="717550" h="644525" extrusionOk="0">
                  <a:moveTo>
                    <a:pt x="236549" y="167366"/>
                  </a:moveTo>
                  <a:lnTo>
                    <a:pt x="231812" y="169829"/>
                  </a:lnTo>
                  <a:lnTo>
                    <a:pt x="227063" y="172103"/>
                  </a:lnTo>
                  <a:lnTo>
                    <a:pt x="224223" y="177029"/>
                  </a:lnTo>
                  <a:lnTo>
                    <a:pt x="224223" y="280326"/>
                  </a:lnTo>
                  <a:lnTo>
                    <a:pt x="6257" y="280326"/>
                  </a:lnTo>
                  <a:lnTo>
                    <a:pt x="0" y="286571"/>
                  </a:lnTo>
                  <a:lnTo>
                    <a:pt x="0" y="638154"/>
                  </a:lnTo>
                  <a:lnTo>
                    <a:pt x="6257" y="644411"/>
                  </a:lnTo>
                  <a:lnTo>
                    <a:pt x="711119" y="644411"/>
                  </a:lnTo>
                  <a:lnTo>
                    <a:pt x="717377" y="638154"/>
                  </a:lnTo>
                  <a:lnTo>
                    <a:pt x="717377" y="616542"/>
                  </a:lnTo>
                  <a:lnTo>
                    <a:pt x="28057" y="616542"/>
                  </a:lnTo>
                  <a:lnTo>
                    <a:pt x="28057" y="308359"/>
                  </a:lnTo>
                  <a:lnTo>
                    <a:pt x="252268" y="308359"/>
                  </a:lnTo>
                  <a:lnTo>
                    <a:pt x="252268" y="209622"/>
                  </a:lnTo>
                  <a:lnTo>
                    <a:pt x="300119" y="209622"/>
                  </a:lnTo>
                  <a:lnTo>
                    <a:pt x="242229" y="167743"/>
                  </a:lnTo>
                  <a:lnTo>
                    <a:pt x="236549" y="167366"/>
                  </a:lnTo>
                  <a:close/>
                </a:path>
                <a:path w="717550" h="644525" extrusionOk="0">
                  <a:moveTo>
                    <a:pt x="252268" y="308359"/>
                  </a:moveTo>
                  <a:lnTo>
                    <a:pt x="224223" y="308359"/>
                  </a:lnTo>
                  <a:lnTo>
                    <a:pt x="224223" y="336228"/>
                  </a:lnTo>
                  <a:lnTo>
                    <a:pt x="138554" y="336228"/>
                  </a:lnTo>
                  <a:lnTo>
                    <a:pt x="132109" y="342485"/>
                  </a:lnTo>
                  <a:lnTo>
                    <a:pt x="132109" y="358028"/>
                  </a:lnTo>
                  <a:lnTo>
                    <a:pt x="138554" y="364286"/>
                  </a:lnTo>
                  <a:lnTo>
                    <a:pt x="224223" y="364286"/>
                  </a:lnTo>
                  <a:lnTo>
                    <a:pt x="224223" y="392331"/>
                  </a:lnTo>
                  <a:lnTo>
                    <a:pt x="138554" y="392331"/>
                  </a:lnTo>
                  <a:lnTo>
                    <a:pt x="132109" y="398588"/>
                  </a:lnTo>
                  <a:lnTo>
                    <a:pt x="132109" y="414119"/>
                  </a:lnTo>
                  <a:lnTo>
                    <a:pt x="138554" y="420376"/>
                  </a:lnTo>
                  <a:lnTo>
                    <a:pt x="224223" y="420376"/>
                  </a:lnTo>
                  <a:lnTo>
                    <a:pt x="224223" y="448434"/>
                  </a:lnTo>
                  <a:lnTo>
                    <a:pt x="179114" y="448434"/>
                  </a:lnTo>
                  <a:lnTo>
                    <a:pt x="172669" y="454691"/>
                  </a:lnTo>
                  <a:lnTo>
                    <a:pt x="172669" y="470046"/>
                  </a:lnTo>
                  <a:lnTo>
                    <a:pt x="179114" y="476291"/>
                  </a:lnTo>
                  <a:lnTo>
                    <a:pt x="224223" y="476291"/>
                  </a:lnTo>
                  <a:lnTo>
                    <a:pt x="224223" y="504336"/>
                  </a:lnTo>
                  <a:lnTo>
                    <a:pt x="138554" y="504336"/>
                  </a:lnTo>
                  <a:lnTo>
                    <a:pt x="132109" y="510593"/>
                  </a:lnTo>
                  <a:lnTo>
                    <a:pt x="132109" y="526136"/>
                  </a:lnTo>
                  <a:lnTo>
                    <a:pt x="138554" y="532394"/>
                  </a:lnTo>
                  <a:lnTo>
                    <a:pt x="224223" y="532394"/>
                  </a:lnTo>
                  <a:lnTo>
                    <a:pt x="224223" y="560439"/>
                  </a:lnTo>
                  <a:lnTo>
                    <a:pt x="138554" y="560439"/>
                  </a:lnTo>
                  <a:lnTo>
                    <a:pt x="132109" y="566696"/>
                  </a:lnTo>
                  <a:lnTo>
                    <a:pt x="132109" y="582239"/>
                  </a:lnTo>
                  <a:lnTo>
                    <a:pt x="138554" y="588484"/>
                  </a:lnTo>
                  <a:lnTo>
                    <a:pt x="224223" y="588484"/>
                  </a:lnTo>
                  <a:lnTo>
                    <a:pt x="224223" y="616542"/>
                  </a:lnTo>
                  <a:lnTo>
                    <a:pt x="252268" y="616542"/>
                  </a:lnTo>
                  <a:lnTo>
                    <a:pt x="252268" y="308359"/>
                  </a:lnTo>
                  <a:close/>
                </a:path>
                <a:path w="717550" h="644525" extrusionOk="0">
                  <a:moveTo>
                    <a:pt x="610146" y="209622"/>
                  </a:moveTo>
                  <a:lnTo>
                    <a:pt x="562336" y="209622"/>
                  </a:lnTo>
                  <a:lnTo>
                    <a:pt x="689331" y="301360"/>
                  </a:lnTo>
                  <a:lnTo>
                    <a:pt x="689331" y="616542"/>
                  </a:lnTo>
                  <a:lnTo>
                    <a:pt x="717377" y="616542"/>
                  </a:lnTo>
                  <a:lnTo>
                    <a:pt x="717377" y="289800"/>
                  </a:lnTo>
                  <a:lnTo>
                    <a:pt x="715090" y="285628"/>
                  </a:lnTo>
                  <a:lnTo>
                    <a:pt x="711496" y="282977"/>
                  </a:lnTo>
                  <a:lnTo>
                    <a:pt x="610146" y="209622"/>
                  </a:lnTo>
                  <a:close/>
                </a:path>
                <a:path w="717550" h="644525" extrusionOk="0">
                  <a:moveTo>
                    <a:pt x="300119" y="209622"/>
                  </a:moveTo>
                  <a:lnTo>
                    <a:pt x="252268" y="209622"/>
                  </a:lnTo>
                  <a:lnTo>
                    <a:pt x="389303" y="308748"/>
                  </a:lnTo>
                  <a:lnTo>
                    <a:pt x="394982" y="309125"/>
                  </a:lnTo>
                  <a:lnTo>
                    <a:pt x="399531" y="306662"/>
                  </a:lnTo>
                  <a:lnTo>
                    <a:pt x="404268" y="304388"/>
                  </a:lnTo>
                  <a:lnTo>
                    <a:pt x="407296" y="299463"/>
                  </a:lnTo>
                  <a:lnTo>
                    <a:pt x="407296" y="266869"/>
                  </a:lnTo>
                  <a:lnTo>
                    <a:pt x="379251" y="266869"/>
                  </a:lnTo>
                  <a:lnTo>
                    <a:pt x="300119" y="209622"/>
                  </a:lnTo>
                  <a:close/>
                </a:path>
                <a:path w="717550" h="644525" extrusionOk="0">
                  <a:moveTo>
                    <a:pt x="455159" y="209622"/>
                  </a:moveTo>
                  <a:lnTo>
                    <a:pt x="407296" y="209622"/>
                  </a:lnTo>
                  <a:lnTo>
                    <a:pt x="539970" y="305720"/>
                  </a:lnTo>
                  <a:lnTo>
                    <a:pt x="544343" y="308748"/>
                  </a:lnTo>
                  <a:lnTo>
                    <a:pt x="550023" y="309125"/>
                  </a:lnTo>
                  <a:lnTo>
                    <a:pt x="554571" y="306662"/>
                  </a:lnTo>
                  <a:lnTo>
                    <a:pt x="559308" y="304388"/>
                  </a:lnTo>
                  <a:lnTo>
                    <a:pt x="562336" y="299463"/>
                  </a:lnTo>
                  <a:lnTo>
                    <a:pt x="562336" y="266869"/>
                  </a:lnTo>
                  <a:lnTo>
                    <a:pt x="534291" y="266869"/>
                  </a:lnTo>
                  <a:lnTo>
                    <a:pt x="455159" y="209622"/>
                  </a:lnTo>
                  <a:close/>
                </a:path>
                <a:path w="717550" h="644525" extrusionOk="0">
                  <a:moveTo>
                    <a:pt x="170206" y="0"/>
                  </a:moveTo>
                  <a:lnTo>
                    <a:pt x="82087" y="0"/>
                  </a:lnTo>
                  <a:lnTo>
                    <a:pt x="76006" y="5880"/>
                  </a:lnTo>
                  <a:lnTo>
                    <a:pt x="75440" y="13080"/>
                  </a:lnTo>
                  <a:lnTo>
                    <a:pt x="57057" y="280326"/>
                  </a:lnTo>
                  <a:lnTo>
                    <a:pt x="85115" y="280326"/>
                  </a:lnTo>
                  <a:lnTo>
                    <a:pt x="87000" y="252281"/>
                  </a:lnTo>
                  <a:lnTo>
                    <a:pt x="124720" y="252281"/>
                  </a:lnTo>
                  <a:lnTo>
                    <a:pt x="130978" y="246023"/>
                  </a:lnTo>
                  <a:lnTo>
                    <a:pt x="130978" y="230468"/>
                  </a:lnTo>
                  <a:lnTo>
                    <a:pt x="124720" y="224223"/>
                  </a:lnTo>
                  <a:lnTo>
                    <a:pt x="88910" y="224223"/>
                  </a:lnTo>
                  <a:lnTo>
                    <a:pt x="102543" y="28057"/>
                  </a:lnTo>
                  <a:lnTo>
                    <a:pt x="177870" y="28057"/>
                  </a:lnTo>
                  <a:lnTo>
                    <a:pt x="176840" y="13080"/>
                  </a:lnTo>
                  <a:lnTo>
                    <a:pt x="176275" y="5880"/>
                  </a:lnTo>
                  <a:lnTo>
                    <a:pt x="170206" y="0"/>
                  </a:lnTo>
                  <a:close/>
                </a:path>
                <a:path w="717550" h="644525" extrusionOk="0">
                  <a:moveTo>
                    <a:pt x="177870" y="28057"/>
                  </a:moveTo>
                  <a:lnTo>
                    <a:pt x="149737" y="28057"/>
                  </a:lnTo>
                  <a:lnTo>
                    <a:pt x="167178" y="280326"/>
                  </a:lnTo>
                  <a:lnTo>
                    <a:pt x="195223" y="280326"/>
                  </a:lnTo>
                  <a:lnTo>
                    <a:pt x="177870" y="28057"/>
                  </a:lnTo>
                  <a:close/>
                </a:path>
                <a:path w="717550" h="644525" extrusionOk="0">
                  <a:moveTo>
                    <a:pt x="391565" y="167366"/>
                  </a:moveTo>
                  <a:lnTo>
                    <a:pt x="386828" y="169829"/>
                  </a:lnTo>
                  <a:lnTo>
                    <a:pt x="382090" y="172103"/>
                  </a:lnTo>
                  <a:lnTo>
                    <a:pt x="379251" y="177029"/>
                  </a:lnTo>
                  <a:lnTo>
                    <a:pt x="379251" y="266869"/>
                  </a:lnTo>
                  <a:lnTo>
                    <a:pt x="407296" y="266869"/>
                  </a:lnTo>
                  <a:lnTo>
                    <a:pt x="407296" y="209622"/>
                  </a:lnTo>
                  <a:lnTo>
                    <a:pt x="455159" y="209622"/>
                  </a:lnTo>
                  <a:lnTo>
                    <a:pt x="397269" y="167743"/>
                  </a:lnTo>
                  <a:lnTo>
                    <a:pt x="391565" y="167366"/>
                  </a:lnTo>
                  <a:close/>
                </a:path>
                <a:path w="717550" h="644525" extrusionOk="0">
                  <a:moveTo>
                    <a:pt x="546605" y="167366"/>
                  </a:moveTo>
                  <a:lnTo>
                    <a:pt x="541868" y="169829"/>
                  </a:lnTo>
                  <a:lnTo>
                    <a:pt x="537131" y="172103"/>
                  </a:lnTo>
                  <a:lnTo>
                    <a:pt x="534291" y="177029"/>
                  </a:lnTo>
                  <a:lnTo>
                    <a:pt x="534291" y="266869"/>
                  </a:lnTo>
                  <a:lnTo>
                    <a:pt x="562336" y="266869"/>
                  </a:lnTo>
                  <a:lnTo>
                    <a:pt x="562336" y="209622"/>
                  </a:lnTo>
                  <a:lnTo>
                    <a:pt x="610146" y="209622"/>
                  </a:lnTo>
                  <a:lnTo>
                    <a:pt x="552284" y="167743"/>
                  </a:lnTo>
                  <a:lnTo>
                    <a:pt x="546605" y="16736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067"/>
            </a:p>
          </p:txBody>
        </p:sp>
        <p:sp>
          <p:nvSpPr>
            <p:cNvPr id="627" name="Google Shape;627;gf9645b2320_6_610"/>
            <p:cNvSpPr/>
            <p:nvPr/>
          </p:nvSpPr>
          <p:spPr>
            <a:xfrm>
              <a:off x="5575306" y="7458407"/>
              <a:ext cx="84000" cy="84000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067"/>
            </a:p>
          </p:txBody>
        </p:sp>
        <p:sp>
          <p:nvSpPr>
            <p:cNvPr id="628" name="Google Shape;628;gf9645b2320_6_610"/>
            <p:cNvSpPr/>
            <p:nvPr/>
          </p:nvSpPr>
          <p:spPr>
            <a:xfrm>
              <a:off x="5178044" y="6991838"/>
              <a:ext cx="349250" cy="662940"/>
            </a:xfrm>
            <a:custGeom>
              <a:avLst/>
              <a:gdLst/>
              <a:ahLst/>
              <a:cxnLst/>
              <a:rect l="l" t="t" r="r" b="b"/>
              <a:pathLst>
                <a:path w="349250" h="662940" extrusionOk="0">
                  <a:moveTo>
                    <a:pt x="322757" y="39370"/>
                  </a:moveTo>
                  <a:lnTo>
                    <a:pt x="312724" y="29337"/>
                  </a:lnTo>
                  <a:lnTo>
                    <a:pt x="304380" y="29337"/>
                  </a:lnTo>
                  <a:lnTo>
                    <a:pt x="299262" y="34264"/>
                  </a:lnTo>
                  <a:lnTo>
                    <a:pt x="285445" y="45720"/>
                  </a:lnTo>
                  <a:lnTo>
                    <a:pt x="269836" y="54089"/>
                  </a:lnTo>
                  <a:lnTo>
                    <a:pt x="252882" y="59232"/>
                  </a:lnTo>
                  <a:lnTo>
                    <a:pt x="235013" y="60985"/>
                  </a:lnTo>
                  <a:lnTo>
                    <a:pt x="217131" y="59232"/>
                  </a:lnTo>
                  <a:lnTo>
                    <a:pt x="200164" y="54089"/>
                  </a:lnTo>
                  <a:lnTo>
                    <a:pt x="184505" y="45720"/>
                  </a:lnTo>
                  <a:lnTo>
                    <a:pt x="170586" y="34264"/>
                  </a:lnTo>
                  <a:lnTo>
                    <a:pt x="131876" y="8572"/>
                  </a:lnTo>
                  <a:lnTo>
                    <a:pt x="87845" y="0"/>
                  </a:lnTo>
                  <a:lnTo>
                    <a:pt x="43815" y="8572"/>
                  </a:lnTo>
                  <a:lnTo>
                    <a:pt x="5118" y="34264"/>
                  </a:lnTo>
                  <a:lnTo>
                    <a:pt x="0" y="39370"/>
                  </a:lnTo>
                  <a:lnTo>
                    <a:pt x="0" y="47713"/>
                  </a:lnTo>
                  <a:lnTo>
                    <a:pt x="10223" y="57759"/>
                  </a:lnTo>
                  <a:lnTo>
                    <a:pt x="18389" y="57759"/>
                  </a:lnTo>
                  <a:lnTo>
                    <a:pt x="23507" y="52641"/>
                  </a:lnTo>
                  <a:lnTo>
                    <a:pt x="37731" y="41071"/>
                  </a:lnTo>
                  <a:lnTo>
                    <a:pt x="53568" y="32778"/>
                  </a:lnTo>
                  <a:lnTo>
                    <a:pt x="70434" y="27787"/>
                  </a:lnTo>
                  <a:lnTo>
                    <a:pt x="87757" y="26123"/>
                  </a:lnTo>
                  <a:lnTo>
                    <a:pt x="105232" y="27787"/>
                  </a:lnTo>
                  <a:lnTo>
                    <a:pt x="122097" y="32778"/>
                  </a:lnTo>
                  <a:lnTo>
                    <a:pt x="137909" y="41071"/>
                  </a:lnTo>
                  <a:lnTo>
                    <a:pt x="170091" y="67360"/>
                  </a:lnTo>
                  <a:lnTo>
                    <a:pt x="190195" y="78117"/>
                  </a:lnTo>
                  <a:lnTo>
                    <a:pt x="212001" y="84709"/>
                  </a:lnTo>
                  <a:lnTo>
                    <a:pt x="235013" y="86944"/>
                  </a:lnTo>
                  <a:lnTo>
                    <a:pt x="258025" y="84709"/>
                  </a:lnTo>
                  <a:lnTo>
                    <a:pt x="279819" y="78117"/>
                  </a:lnTo>
                  <a:lnTo>
                    <a:pt x="299859" y="67360"/>
                  </a:lnTo>
                  <a:lnTo>
                    <a:pt x="317639" y="52641"/>
                  </a:lnTo>
                  <a:lnTo>
                    <a:pt x="322757" y="47713"/>
                  </a:lnTo>
                  <a:lnTo>
                    <a:pt x="322757" y="39370"/>
                  </a:lnTo>
                  <a:close/>
                </a:path>
                <a:path w="349250" h="662940" extrusionOk="0">
                  <a:moveTo>
                    <a:pt x="349110" y="640943"/>
                  </a:moveTo>
                  <a:lnTo>
                    <a:pt x="342861" y="634682"/>
                  </a:lnTo>
                  <a:lnTo>
                    <a:pt x="326936" y="634682"/>
                  </a:lnTo>
                  <a:lnTo>
                    <a:pt x="320687" y="640943"/>
                  </a:lnTo>
                  <a:lnTo>
                    <a:pt x="320687" y="656488"/>
                  </a:lnTo>
                  <a:lnTo>
                    <a:pt x="326936" y="662724"/>
                  </a:lnTo>
                  <a:lnTo>
                    <a:pt x="342861" y="662724"/>
                  </a:lnTo>
                  <a:lnTo>
                    <a:pt x="349110" y="656488"/>
                  </a:lnTo>
                  <a:lnTo>
                    <a:pt x="349110" y="64094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067"/>
            </a:p>
          </p:txBody>
        </p:sp>
        <p:sp>
          <p:nvSpPr>
            <p:cNvPr id="629" name="Google Shape;629;gf9645b2320_6_610"/>
            <p:cNvSpPr/>
            <p:nvPr/>
          </p:nvSpPr>
          <p:spPr>
            <a:xfrm>
              <a:off x="5407186" y="7458407"/>
              <a:ext cx="84000" cy="84000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067"/>
            </a:p>
          </p:txBody>
        </p:sp>
        <p:sp>
          <p:nvSpPr>
            <p:cNvPr id="630" name="Google Shape;630;gf9645b2320_6_610"/>
            <p:cNvSpPr/>
            <p:nvPr/>
          </p:nvSpPr>
          <p:spPr>
            <a:xfrm>
              <a:off x="5194541" y="7514519"/>
              <a:ext cx="292100" cy="140334"/>
            </a:xfrm>
            <a:custGeom>
              <a:avLst/>
              <a:gdLst/>
              <a:ahLst/>
              <a:cxnLst/>
              <a:rect l="l" t="t" r="r" b="b"/>
              <a:pathLst>
                <a:path w="292100" h="140334" extrusionOk="0">
                  <a:moveTo>
                    <a:pt x="28422" y="6248"/>
                  </a:moveTo>
                  <a:lnTo>
                    <a:pt x="22161" y="0"/>
                  </a:lnTo>
                  <a:lnTo>
                    <a:pt x="6438" y="0"/>
                  </a:lnTo>
                  <a:lnTo>
                    <a:pt x="0" y="6248"/>
                  </a:lnTo>
                  <a:lnTo>
                    <a:pt x="0" y="21602"/>
                  </a:lnTo>
                  <a:lnTo>
                    <a:pt x="6438" y="27851"/>
                  </a:lnTo>
                  <a:lnTo>
                    <a:pt x="22161" y="27851"/>
                  </a:lnTo>
                  <a:lnTo>
                    <a:pt x="28422" y="21602"/>
                  </a:lnTo>
                  <a:lnTo>
                    <a:pt x="28422" y="6248"/>
                  </a:lnTo>
                  <a:close/>
                </a:path>
                <a:path w="292100" h="140334" extrusionOk="0">
                  <a:moveTo>
                    <a:pt x="292049" y="118262"/>
                  </a:moveTo>
                  <a:lnTo>
                    <a:pt x="285788" y="112001"/>
                  </a:lnTo>
                  <a:lnTo>
                    <a:pt x="218897" y="112001"/>
                  </a:lnTo>
                  <a:lnTo>
                    <a:pt x="212636" y="118262"/>
                  </a:lnTo>
                  <a:lnTo>
                    <a:pt x="212636" y="133807"/>
                  </a:lnTo>
                  <a:lnTo>
                    <a:pt x="218897" y="140042"/>
                  </a:lnTo>
                  <a:lnTo>
                    <a:pt x="285788" y="140042"/>
                  </a:lnTo>
                  <a:lnTo>
                    <a:pt x="292049" y="133807"/>
                  </a:lnTo>
                  <a:lnTo>
                    <a:pt x="292049" y="11826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067"/>
            </a:p>
          </p:txBody>
        </p:sp>
      </p:grpSp>
      <p:grpSp>
        <p:nvGrpSpPr>
          <p:cNvPr id="631" name="Google Shape;631;gf9645b2320_6_610"/>
          <p:cNvGrpSpPr/>
          <p:nvPr/>
        </p:nvGrpSpPr>
        <p:grpSpPr>
          <a:xfrm flipH="1">
            <a:off x="21167" y="6363923"/>
            <a:ext cx="12191375" cy="1033852"/>
            <a:chOff x="0" y="8029024"/>
            <a:chExt cx="20104509" cy="3279987"/>
          </a:xfrm>
        </p:grpSpPr>
        <p:sp>
          <p:nvSpPr>
            <p:cNvPr id="632" name="Google Shape;632;gf9645b2320_6_610"/>
            <p:cNvSpPr/>
            <p:nvPr/>
          </p:nvSpPr>
          <p:spPr>
            <a:xfrm>
              <a:off x="2019682" y="8029024"/>
              <a:ext cx="18084800" cy="3279775"/>
            </a:xfrm>
            <a:custGeom>
              <a:avLst/>
              <a:gdLst/>
              <a:ahLst/>
              <a:cxnLst/>
              <a:rect l="l" t="t" r="r" b="b"/>
              <a:pathLst>
                <a:path w="18084800" h="3279775" extrusionOk="0">
                  <a:moveTo>
                    <a:pt x="18084391" y="0"/>
                  </a:moveTo>
                  <a:lnTo>
                    <a:pt x="0" y="3279531"/>
                  </a:lnTo>
                  <a:lnTo>
                    <a:pt x="18084391" y="3279531"/>
                  </a:lnTo>
                  <a:lnTo>
                    <a:pt x="18084391" y="0"/>
                  </a:lnTo>
                  <a:close/>
                </a:path>
              </a:pathLst>
            </a:custGeom>
            <a:solidFill>
              <a:srgbClr val="EF3B2D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067"/>
            </a:p>
          </p:txBody>
        </p:sp>
        <p:sp>
          <p:nvSpPr>
            <p:cNvPr id="633" name="Google Shape;633;gf9645b2320_6_610"/>
            <p:cNvSpPr/>
            <p:nvPr/>
          </p:nvSpPr>
          <p:spPr>
            <a:xfrm>
              <a:off x="2019709" y="8029035"/>
              <a:ext cx="18084800" cy="3279775"/>
            </a:xfrm>
            <a:custGeom>
              <a:avLst/>
              <a:gdLst/>
              <a:ahLst/>
              <a:cxnLst/>
              <a:rect l="l" t="t" r="r" b="b"/>
              <a:pathLst>
                <a:path w="18084800" h="3279775" extrusionOk="0">
                  <a:moveTo>
                    <a:pt x="0" y="3279521"/>
                  </a:moveTo>
                  <a:lnTo>
                    <a:pt x="18084389" y="0"/>
                  </a:lnTo>
                </a:path>
              </a:pathLst>
            </a:custGeom>
            <a:noFill/>
            <a:ln w="4637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067"/>
            </a:p>
          </p:txBody>
        </p:sp>
        <p:sp>
          <p:nvSpPr>
            <p:cNvPr id="634" name="Google Shape;634;gf9645b2320_6_610"/>
            <p:cNvSpPr/>
            <p:nvPr/>
          </p:nvSpPr>
          <p:spPr>
            <a:xfrm>
              <a:off x="4232616" y="9204511"/>
              <a:ext cx="15871825" cy="2104390"/>
            </a:xfrm>
            <a:custGeom>
              <a:avLst/>
              <a:gdLst/>
              <a:ahLst/>
              <a:cxnLst/>
              <a:rect l="l" t="t" r="r" b="b"/>
              <a:pathLst>
                <a:path w="15871825" h="2104390" extrusionOk="0">
                  <a:moveTo>
                    <a:pt x="15871432" y="0"/>
                  </a:moveTo>
                  <a:lnTo>
                    <a:pt x="0" y="562500"/>
                  </a:lnTo>
                  <a:lnTo>
                    <a:pt x="9173902" y="2104044"/>
                  </a:lnTo>
                  <a:lnTo>
                    <a:pt x="15871432" y="2104044"/>
                  </a:lnTo>
                  <a:lnTo>
                    <a:pt x="15871432" y="0"/>
                  </a:lnTo>
                  <a:close/>
                </a:path>
              </a:pathLst>
            </a:custGeom>
            <a:solidFill>
              <a:srgbClr val="00A2E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067"/>
            </a:p>
          </p:txBody>
        </p:sp>
        <p:sp>
          <p:nvSpPr>
            <p:cNvPr id="635" name="Google Shape;635;gf9645b2320_6_610"/>
            <p:cNvSpPr/>
            <p:nvPr/>
          </p:nvSpPr>
          <p:spPr>
            <a:xfrm>
              <a:off x="4232666" y="9204508"/>
              <a:ext cx="15871825" cy="2104390"/>
            </a:xfrm>
            <a:custGeom>
              <a:avLst/>
              <a:gdLst/>
              <a:ahLst/>
              <a:cxnLst/>
              <a:rect l="l" t="t" r="r" b="b"/>
              <a:pathLst>
                <a:path w="15871825" h="2104390" extrusionOk="0">
                  <a:moveTo>
                    <a:pt x="9173933" y="2104048"/>
                  </a:moveTo>
                  <a:lnTo>
                    <a:pt x="0" y="562496"/>
                  </a:lnTo>
                  <a:lnTo>
                    <a:pt x="15871431" y="0"/>
                  </a:lnTo>
                </a:path>
              </a:pathLst>
            </a:custGeom>
            <a:noFill/>
            <a:ln w="698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067"/>
            </a:p>
          </p:txBody>
        </p:sp>
        <p:sp>
          <p:nvSpPr>
            <p:cNvPr id="636" name="Google Shape;636;gf9645b2320_6_610"/>
            <p:cNvSpPr/>
            <p:nvPr/>
          </p:nvSpPr>
          <p:spPr>
            <a:xfrm>
              <a:off x="0" y="9715796"/>
              <a:ext cx="20104100" cy="1593215"/>
            </a:xfrm>
            <a:custGeom>
              <a:avLst/>
              <a:gdLst/>
              <a:ahLst/>
              <a:cxnLst/>
              <a:rect l="l" t="t" r="r" b="b"/>
              <a:pathLst>
                <a:path w="20104100" h="1593215" extrusionOk="0">
                  <a:moveTo>
                    <a:pt x="20104062" y="0"/>
                  </a:moveTo>
                  <a:lnTo>
                    <a:pt x="0" y="2588"/>
                  </a:lnTo>
                  <a:lnTo>
                    <a:pt x="0" y="1592759"/>
                  </a:lnTo>
                  <a:lnTo>
                    <a:pt x="6359354" y="1592759"/>
                  </a:lnTo>
                  <a:lnTo>
                    <a:pt x="20104062" y="36363"/>
                  </a:lnTo>
                  <a:close/>
                </a:path>
              </a:pathLst>
            </a:custGeom>
            <a:solidFill>
              <a:srgbClr val="0052A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067"/>
            </a:p>
          </p:txBody>
        </p:sp>
        <p:sp>
          <p:nvSpPr>
            <p:cNvPr id="637" name="Google Shape;637;gf9645b2320_6_610"/>
            <p:cNvSpPr/>
            <p:nvPr/>
          </p:nvSpPr>
          <p:spPr>
            <a:xfrm>
              <a:off x="0" y="9789829"/>
              <a:ext cx="12448540" cy="1409700"/>
            </a:xfrm>
            <a:custGeom>
              <a:avLst/>
              <a:gdLst/>
              <a:ahLst/>
              <a:cxnLst/>
              <a:rect l="l" t="t" r="r" b="b"/>
              <a:pathLst>
                <a:path w="12448540" h="1409700" extrusionOk="0">
                  <a:moveTo>
                    <a:pt x="12448395" y="0"/>
                  </a:moveTo>
                  <a:lnTo>
                    <a:pt x="0" y="1583"/>
                  </a:lnTo>
                  <a:lnTo>
                    <a:pt x="0" y="1409598"/>
                  </a:lnTo>
                  <a:close/>
                </a:path>
              </a:pathLst>
            </a:custGeom>
            <a:solidFill>
              <a:srgbClr val="00A2E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067"/>
            </a:p>
          </p:txBody>
        </p:sp>
      </p:grpSp>
      <p:sp>
        <p:nvSpPr>
          <p:cNvPr id="638" name="Google Shape;638;gf9645b2320_6_610"/>
          <p:cNvSpPr txBox="1">
            <a:spLocks noGrp="1"/>
          </p:cNvSpPr>
          <p:nvPr>
            <p:ph type="title" idx="4294967295"/>
          </p:nvPr>
        </p:nvSpPr>
        <p:spPr>
          <a:xfrm>
            <a:off x="991403" y="1159366"/>
            <a:ext cx="3537006" cy="66077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60933" rIns="121900" bIns="60933" rtlCol="0" anchor="ctr" anchorCtr="0">
            <a:noAutofit/>
          </a:bodyPr>
          <a:lstStyle/>
          <a:p>
            <a:r>
              <a:rPr lang="ru-RU" sz="1650" b="1" dirty="0">
                <a:solidFill>
                  <a:srgbClr val="EF3B2D"/>
                </a:solidFill>
                <a:latin typeface="Open Sans"/>
                <a:ea typeface="Montserrat"/>
                <a:cs typeface="Montserrat"/>
                <a:sym typeface="Montserrat"/>
              </a:rPr>
              <a:t>АО «ОДК-Климов»</a:t>
            </a:r>
            <a:endParaRPr lang="ru-RU" sz="1650" dirty="0">
              <a:solidFill>
                <a:srgbClr val="EF3B2D"/>
              </a:solidFill>
              <a:latin typeface="Open Sans"/>
              <a:ea typeface="+mj-lt"/>
              <a:cs typeface="+mj-lt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SzPts val="1127"/>
            </a:pPr>
            <a:endParaRPr lang="ru-RU" sz="1650" b="1" dirty="0">
              <a:solidFill>
                <a:srgbClr val="EF3B2D"/>
              </a:solidFill>
              <a:latin typeface="Open Sans"/>
              <a:ea typeface="Montserrat"/>
              <a:cs typeface="Montserrat"/>
            </a:endParaRPr>
          </a:p>
        </p:txBody>
      </p:sp>
      <p:sp>
        <p:nvSpPr>
          <p:cNvPr id="639" name="Google Shape;639;gf9645b2320_6_610"/>
          <p:cNvSpPr txBox="1"/>
          <p:nvPr/>
        </p:nvSpPr>
        <p:spPr>
          <a:xfrm>
            <a:off x="4524410" y="1034072"/>
            <a:ext cx="5583600" cy="738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ru-RU" sz="1600" dirty="0">
                <a:solidFill>
                  <a:schemeClr val="bg1">
                    <a:lumMod val="50000"/>
                  </a:schemeClr>
                </a:solidFill>
                <a:latin typeface="Open Sans"/>
                <a:ea typeface="Open Sans"/>
                <a:cs typeface="Open Sans"/>
              </a:rPr>
              <a:t>30.30.11 Производство двигателей летательных аппаратов с искровым зажиганием и их частей</a:t>
            </a:r>
            <a:endParaRPr lang="ru-RU" dirty="0">
              <a:solidFill>
                <a:schemeClr val="bg1">
                  <a:lumMod val="50000"/>
                </a:schemeClr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641" name="Google Shape;641;gf9645b2320_6_610"/>
          <p:cNvSpPr txBox="1"/>
          <p:nvPr/>
        </p:nvSpPr>
        <p:spPr>
          <a:xfrm>
            <a:off x="304800" y="1916000"/>
            <a:ext cx="1456400" cy="717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ru-RU" sz="1533">
                <a:solidFill>
                  <a:srgbClr val="7F7F7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Пилотный</a:t>
            </a:r>
            <a:endParaRPr sz="1533">
              <a:solidFill>
                <a:srgbClr val="7F7F7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r>
              <a:rPr lang="ru-RU" sz="1533">
                <a:solidFill>
                  <a:srgbClr val="7F7F7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поток:</a:t>
            </a:r>
            <a:endParaRPr sz="1533">
              <a:solidFill>
                <a:srgbClr val="7F7F7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642" name="Google Shape;642;gf9645b2320_6_610"/>
          <p:cNvCxnSpPr/>
          <p:nvPr/>
        </p:nvCxnSpPr>
        <p:spPr>
          <a:xfrm>
            <a:off x="21167" y="2634400"/>
            <a:ext cx="12217600" cy="0"/>
          </a:xfrm>
          <a:prstGeom prst="straightConnector1">
            <a:avLst/>
          </a:prstGeom>
          <a:noFill/>
          <a:ln w="9525" cap="flat" cmpd="sng">
            <a:solidFill>
              <a:srgbClr val="1E86C8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43" name="Google Shape;643;gf9645b2320_6_610"/>
          <p:cNvCxnSpPr/>
          <p:nvPr/>
        </p:nvCxnSpPr>
        <p:spPr>
          <a:xfrm>
            <a:off x="21167" y="1889100"/>
            <a:ext cx="12217600" cy="0"/>
          </a:xfrm>
          <a:prstGeom prst="straightConnector1">
            <a:avLst/>
          </a:prstGeom>
          <a:noFill/>
          <a:ln w="9525" cap="flat" cmpd="sng">
            <a:solidFill>
              <a:srgbClr val="1E86C8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44" name="Google Shape;644;gf9645b2320_6_610"/>
          <p:cNvSpPr txBox="1">
            <a:spLocks noGrp="1"/>
          </p:cNvSpPr>
          <p:nvPr>
            <p:ph type="body" idx="4294967295"/>
          </p:nvPr>
        </p:nvSpPr>
        <p:spPr>
          <a:xfrm>
            <a:off x="21167" y="2770775"/>
            <a:ext cx="3248839" cy="1018686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60933" rIns="121900" bIns="60933" rtlCol="0" anchor="t" anchorCtr="0">
            <a:spAutoFit/>
          </a:bodyPr>
          <a:lstStyle/>
          <a:p>
            <a:pPr marL="45085" indent="0" defTabSz="1625478">
              <a:spcBef>
                <a:spcPts val="1777"/>
              </a:spcBef>
              <a:buNone/>
              <a:defRPr/>
            </a:pPr>
            <a:r>
              <a:rPr lang="ru-RU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Open Sans"/>
                <a:ea typeface="Open Sans"/>
                <a:cs typeface="Open Sans"/>
              </a:rPr>
              <a:t>Увеличение выработки капитального ремонта двигателей ВК-2500</a:t>
            </a:r>
            <a:endParaRPr sz="1600" dirty="0">
              <a:solidFill>
                <a:schemeClr val="tx1">
                  <a:lumMod val="95000"/>
                  <a:lumOff val="5000"/>
                </a:schemeClr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646" name="Google Shape;646;gf9645b2320_6_610"/>
          <p:cNvSpPr txBox="1"/>
          <p:nvPr/>
        </p:nvSpPr>
        <p:spPr>
          <a:xfrm>
            <a:off x="303085" y="2563742"/>
            <a:ext cx="2561200" cy="482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ru-RU" sz="1533" dirty="0">
                <a:solidFill>
                  <a:srgbClr val="7F7F7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Основной результат:</a:t>
            </a:r>
            <a:endParaRPr sz="1533" dirty="0">
              <a:solidFill>
                <a:srgbClr val="7F7F7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47" name="Google Shape;647;gf9645b2320_6_610"/>
          <p:cNvSpPr txBox="1"/>
          <p:nvPr/>
        </p:nvSpPr>
        <p:spPr>
          <a:xfrm>
            <a:off x="3605506" y="2547787"/>
            <a:ext cx="3412000" cy="482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ru-RU" sz="1533" dirty="0">
                <a:solidFill>
                  <a:srgbClr val="7F7F7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Основные мероприятия:</a:t>
            </a:r>
            <a:endParaRPr sz="1533" dirty="0">
              <a:solidFill>
                <a:srgbClr val="7F7F7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48" name="Google Shape;648;gf9645b2320_6_610"/>
          <p:cNvSpPr txBox="1"/>
          <p:nvPr/>
        </p:nvSpPr>
        <p:spPr>
          <a:xfrm>
            <a:off x="8725470" y="2534365"/>
            <a:ext cx="3412000" cy="482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ru-RU" sz="1533" dirty="0">
                <a:solidFill>
                  <a:srgbClr val="7F7F7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Показатели пилотного потока:</a:t>
            </a:r>
            <a:endParaRPr sz="1533" dirty="0">
              <a:solidFill>
                <a:srgbClr val="7F7F7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49" name="Google Shape;649;gf9645b2320_6_610"/>
          <p:cNvSpPr txBox="1"/>
          <p:nvPr/>
        </p:nvSpPr>
        <p:spPr>
          <a:xfrm>
            <a:off x="8923602" y="4345522"/>
            <a:ext cx="2404400" cy="4308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ru-RU" sz="1200" b="1" dirty="0">
                <a:solidFill>
                  <a:srgbClr val="E6271F"/>
                </a:solidFill>
                <a:latin typeface="Montserrat"/>
                <a:ea typeface="Montserrat"/>
                <a:cs typeface="Montserrat"/>
                <a:sym typeface="Montserrat"/>
              </a:rPr>
              <a:t>ВЫРАБОТКА</a:t>
            </a:r>
            <a:r>
              <a:rPr lang="ru-RU" sz="1067" dirty="0">
                <a:latin typeface="Montserrat"/>
                <a:ea typeface="Montserrat"/>
                <a:cs typeface="Montserrat"/>
                <a:sym typeface="Montserrat"/>
              </a:rPr>
              <a:t>, шт./месяц</a:t>
            </a:r>
            <a:endParaRPr sz="1067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50" name="Google Shape;650;gf9645b2320_6_610"/>
          <p:cNvSpPr txBox="1"/>
          <p:nvPr/>
        </p:nvSpPr>
        <p:spPr>
          <a:xfrm>
            <a:off x="8867039" y="4990998"/>
            <a:ext cx="92716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ru-RU" sz="1400" b="1" dirty="0">
                <a:latin typeface="Montserrat"/>
                <a:ea typeface="Montserrat"/>
                <a:cs typeface="Montserrat"/>
                <a:sym typeface="Montserrat"/>
              </a:rPr>
              <a:t>4</a:t>
            </a:r>
            <a:endParaRPr sz="1400" b="1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51" name="Google Shape;651;gf9645b2320_6_610"/>
          <p:cNvSpPr txBox="1"/>
          <p:nvPr/>
        </p:nvSpPr>
        <p:spPr>
          <a:xfrm>
            <a:off x="10615546" y="4642731"/>
            <a:ext cx="1008774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/>
            <a:r>
              <a:rPr lang="ru-RU" sz="1400" b="1" dirty="0">
                <a:latin typeface="Montserrat"/>
                <a:ea typeface="Montserrat"/>
                <a:cs typeface="Montserrat"/>
                <a:sym typeface="Montserrat"/>
              </a:rPr>
              <a:t>8</a:t>
            </a:r>
            <a:endParaRPr lang="ru-RU" sz="1400" b="1" dirty="0">
              <a:latin typeface="Montserrat"/>
              <a:ea typeface="Montserrat"/>
              <a:cs typeface="Montserrat"/>
            </a:endParaRPr>
          </a:p>
        </p:txBody>
      </p:sp>
      <p:cxnSp>
        <p:nvCxnSpPr>
          <p:cNvPr id="652" name="Google Shape;652;gf9645b2320_6_610"/>
          <p:cNvCxnSpPr/>
          <p:nvPr/>
        </p:nvCxnSpPr>
        <p:spPr>
          <a:xfrm rot="10800000" flipH="1">
            <a:off x="9765051" y="4773534"/>
            <a:ext cx="958800" cy="603200"/>
          </a:xfrm>
          <a:prstGeom prst="straightConnector1">
            <a:avLst/>
          </a:prstGeom>
          <a:noFill/>
          <a:ln w="28575" cap="flat" cmpd="sng">
            <a:solidFill>
              <a:srgbClr val="E6271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53" name="Google Shape;653;gf9645b2320_6_610"/>
          <p:cNvSpPr txBox="1"/>
          <p:nvPr/>
        </p:nvSpPr>
        <p:spPr>
          <a:xfrm>
            <a:off x="9616892" y="4677851"/>
            <a:ext cx="912552" cy="492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/>
            <a:r>
              <a:rPr lang="ru-RU" sz="1600" dirty="0">
                <a:solidFill>
                  <a:srgbClr val="E6271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+100%</a:t>
            </a:r>
            <a:endParaRPr sz="1600" dirty="0">
              <a:solidFill>
                <a:srgbClr val="E6271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654" name="Google Shape;654;gf9645b2320_6_610"/>
          <p:cNvSpPr txBox="1"/>
          <p:nvPr/>
        </p:nvSpPr>
        <p:spPr>
          <a:xfrm>
            <a:off x="8962066" y="4788688"/>
            <a:ext cx="724000" cy="410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ru-RU" sz="1067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Было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gf9645b2320_6_610"/>
          <p:cNvSpPr txBox="1"/>
          <p:nvPr/>
        </p:nvSpPr>
        <p:spPr>
          <a:xfrm>
            <a:off x="10799196" y="4913326"/>
            <a:ext cx="724000" cy="410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ru-RU" sz="1067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Стало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gf9645b2320_6_610"/>
          <p:cNvSpPr txBox="1"/>
          <p:nvPr/>
        </p:nvSpPr>
        <p:spPr>
          <a:xfrm>
            <a:off x="8911042" y="5500600"/>
            <a:ext cx="2404400" cy="4308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ru-RU" sz="1200" b="1" dirty="0">
                <a:solidFill>
                  <a:srgbClr val="0052A1"/>
                </a:solidFill>
                <a:latin typeface="Montserrat"/>
                <a:ea typeface="Montserrat"/>
                <a:cs typeface="Montserrat"/>
                <a:sym typeface="Montserrat"/>
              </a:rPr>
              <a:t>НЗП</a:t>
            </a:r>
            <a:r>
              <a:rPr lang="ru-RU" sz="1067" dirty="0">
                <a:latin typeface="Montserrat"/>
                <a:ea typeface="Montserrat"/>
                <a:cs typeface="Montserrat"/>
                <a:sym typeface="Montserrat"/>
              </a:rPr>
              <a:t> шт.</a:t>
            </a:r>
            <a:endParaRPr sz="1067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57" name="Google Shape;657;gf9645b2320_6_610"/>
          <p:cNvSpPr txBox="1"/>
          <p:nvPr/>
        </p:nvSpPr>
        <p:spPr>
          <a:xfrm>
            <a:off x="8908631" y="5775523"/>
            <a:ext cx="755765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/>
            <a:r>
              <a:rPr lang="ru-RU" sz="1400" b="1" dirty="0">
                <a:latin typeface="Montserrat"/>
                <a:ea typeface="Montserrat"/>
                <a:cs typeface="Montserrat"/>
                <a:sym typeface="Montserrat"/>
              </a:rPr>
              <a:t>56</a:t>
            </a:r>
            <a:endParaRPr sz="1400" b="1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58" name="Google Shape;658;gf9645b2320_6_610"/>
          <p:cNvSpPr txBox="1"/>
          <p:nvPr/>
        </p:nvSpPr>
        <p:spPr>
          <a:xfrm>
            <a:off x="10719732" y="6150294"/>
            <a:ext cx="813949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/>
            <a:r>
              <a:rPr lang="ru-RU" sz="1400" b="1" dirty="0">
                <a:latin typeface="Montserrat"/>
                <a:ea typeface="Montserrat"/>
                <a:cs typeface="Montserrat"/>
                <a:sym typeface="Montserrat"/>
              </a:rPr>
              <a:t>40</a:t>
            </a:r>
            <a:endParaRPr sz="1400" b="1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659" name="Google Shape;659;gf9645b2320_6_610"/>
          <p:cNvCxnSpPr>
            <a:cxnSpLocks/>
          </p:cNvCxnSpPr>
          <p:nvPr/>
        </p:nvCxnSpPr>
        <p:spPr>
          <a:xfrm flipH="1" flipV="1">
            <a:off x="9544001" y="6041022"/>
            <a:ext cx="1255195" cy="506927"/>
          </a:xfrm>
          <a:prstGeom prst="straightConnector1">
            <a:avLst/>
          </a:prstGeom>
          <a:noFill/>
          <a:ln w="28575" cap="flat" cmpd="sng">
            <a:solidFill>
              <a:srgbClr val="0052A1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660" name="Google Shape;660;gf9645b2320_6_610"/>
          <p:cNvSpPr txBox="1"/>
          <p:nvPr/>
        </p:nvSpPr>
        <p:spPr>
          <a:xfrm>
            <a:off x="9803346" y="5777335"/>
            <a:ext cx="895600" cy="492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/>
            <a:r>
              <a:rPr lang="ru-RU" sz="1600" dirty="0">
                <a:solidFill>
                  <a:srgbClr val="0052A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-28%</a:t>
            </a:r>
            <a:endParaRPr sz="1600" dirty="0">
              <a:solidFill>
                <a:srgbClr val="0052A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661" name="Google Shape;661;gf9645b2320_6_610"/>
          <p:cNvSpPr txBox="1"/>
          <p:nvPr/>
        </p:nvSpPr>
        <p:spPr>
          <a:xfrm>
            <a:off x="8934501" y="5991231"/>
            <a:ext cx="724000" cy="410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ru-RU" sz="1067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Было</a:t>
            </a:r>
            <a:endParaRPr sz="24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gf9645b2320_6_610"/>
          <p:cNvSpPr txBox="1"/>
          <p:nvPr/>
        </p:nvSpPr>
        <p:spPr>
          <a:xfrm>
            <a:off x="10791294" y="6351646"/>
            <a:ext cx="673143" cy="410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ru-RU" sz="1067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Стало</a:t>
            </a:r>
            <a:endParaRPr sz="24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gf9645b2320_6_610"/>
          <p:cNvSpPr txBox="1"/>
          <p:nvPr/>
        </p:nvSpPr>
        <p:spPr>
          <a:xfrm>
            <a:off x="8835050" y="3147055"/>
            <a:ext cx="3222400" cy="4308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ru-RU" sz="1200" b="1" dirty="0">
                <a:solidFill>
                  <a:srgbClr val="0052A1"/>
                </a:solidFill>
                <a:latin typeface="Montserrat"/>
                <a:ea typeface="Montserrat"/>
                <a:cs typeface="Montserrat"/>
                <a:sym typeface="Montserrat"/>
              </a:rPr>
              <a:t>ВПП</a:t>
            </a:r>
            <a:r>
              <a:rPr lang="ru-RU" sz="1067" dirty="0">
                <a:latin typeface="Montserrat"/>
                <a:ea typeface="Montserrat"/>
                <a:cs typeface="Montserrat"/>
                <a:sym typeface="Montserrat"/>
              </a:rPr>
              <a:t> дней</a:t>
            </a:r>
            <a:endParaRPr sz="1067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4" name="Google Shape;664;gf9645b2320_6_610"/>
          <p:cNvSpPr txBox="1"/>
          <p:nvPr/>
        </p:nvSpPr>
        <p:spPr>
          <a:xfrm>
            <a:off x="8748384" y="3347023"/>
            <a:ext cx="717784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/>
            <a:r>
              <a:rPr lang="ru-RU" sz="1400" b="1" dirty="0">
                <a:latin typeface="Montserrat"/>
                <a:ea typeface="Montserrat"/>
                <a:cs typeface="Montserrat"/>
                <a:sym typeface="Montserrat"/>
              </a:rPr>
              <a:t>110</a:t>
            </a:r>
            <a:endParaRPr lang="ru-RU" sz="1400" b="1" dirty="0">
              <a:latin typeface="Montserrat"/>
              <a:ea typeface="Montserrat"/>
              <a:cs typeface="Montserrat"/>
            </a:endParaRPr>
          </a:p>
        </p:txBody>
      </p:sp>
      <p:sp>
        <p:nvSpPr>
          <p:cNvPr id="665" name="Google Shape;665;gf9645b2320_6_610"/>
          <p:cNvSpPr txBox="1"/>
          <p:nvPr/>
        </p:nvSpPr>
        <p:spPr>
          <a:xfrm>
            <a:off x="10853264" y="3731912"/>
            <a:ext cx="595522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/>
            <a:r>
              <a:rPr lang="ru-RU" sz="1400" b="1" dirty="0">
                <a:latin typeface="Montserrat"/>
                <a:ea typeface="Montserrat"/>
                <a:cs typeface="Montserrat"/>
                <a:sym typeface="Montserrat"/>
              </a:rPr>
              <a:t>99</a:t>
            </a:r>
            <a:endParaRPr lang="ru-RU" sz="1400" b="1" dirty="0">
              <a:latin typeface="Montserrat"/>
              <a:ea typeface="Montserrat"/>
              <a:cs typeface="Montserrat"/>
            </a:endParaRPr>
          </a:p>
        </p:txBody>
      </p:sp>
      <p:cxnSp>
        <p:nvCxnSpPr>
          <p:cNvPr id="666" name="Google Shape;666;gf9645b2320_6_610"/>
          <p:cNvCxnSpPr>
            <a:cxnSpLocks/>
          </p:cNvCxnSpPr>
          <p:nvPr/>
        </p:nvCxnSpPr>
        <p:spPr>
          <a:xfrm flipH="1" flipV="1">
            <a:off x="9392053" y="3577902"/>
            <a:ext cx="1419081" cy="491726"/>
          </a:xfrm>
          <a:prstGeom prst="straightConnector1">
            <a:avLst/>
          </a:prstGeom>
          <a:noFill/>
          <a:ln w="28575" cap="flat" cmpd="sng">
            <a:solidFill>
              <a:srgbClr val="0052A1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667" name="Google Shape;667;gf9645b2320_6_610"/>
          <p:cNvSpPr txBox="1"/>
          <p:nvPr/>
        </p:nvSpPr>
        <p:spPr>
          <a:xfrm>
            <a:off x="9765051" y="3273720"/>
            <a:ext cx="895600" cy="492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/>
            <a:r>
              <a:rPr lang="ru-RU" sz="1600" dirty="0">
                <a:solidFill>
                  <a:srgbClr val="0052A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-10%</a:t>
            </a:r>
            <a:endParaRPr sz="1600" dirty="0">
              <a:solidFill>
                <a:srgbClr val="0052A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668" name="Google Shape;668;gf9645b2320_6_610"/>
          <p:cNvSpPr txBox="1"/>
          <p:nvPr/>
        </p:nvSpPr>
        <p:spPr>
          <a:xfrm>
            <a:off x="8855584" y="3590223"/>
            <a:ext cx="724000" cy="410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ru-RU" sz="1067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Было</a:t>
            </a:r>
            <a:endParaRPr sz="24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gf9645b2320_6_610"/>
          <p:cNvSpPr txBox="1"/>
          <p:nvPr/>
        </p:nvSpPr>
        <p:spPr>
          <a:xfrm>
            <a:off x="10752161" y="3974768"/>
            <a:ext cx="724000" cy="410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ru-RU" sz="1067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Стало</a:t>
            </a:r>
            <a:endParaRPr sz="24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Текст 3">
            <a:extLst>
              <a:ext uri="{FF2B5EF4-FFF2-40B4-BE49-F238E27FC236}">
                <a16:creationId xmlns:a16="http://schemas.microsoft.com/office/drawing/2014/main" id="{708E648B-3E83-4024-A470-0CAF496988AF}"/>
              </a:ext>
            </a:extLst>
          </p:cNvPr>
          <p:cNvSpPr txBox="1">
            <a:spLocks/>
          </p:cNvSpPr>
          <p:nvPr/>
        </p:nvSpPr>
        <p:spPr>
          <a:xfrm>
            <a:off x="1804390" y="2025230"/>
            <a:ext cx="9788784" cy="58196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400" dirty="0">
                <a:solidFill>
                  <a:srgbClr val="08479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«</a:t>
            </a:r>
            <a:r>
              <a:rPr lang="ru-RU" sz="2400" b="1" dirty="0">
                <a:solidFill>
                  <a:srgbClr val="08479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Капитальный ремонт двигателя ВК-2500</a:t>
            </a:r>
            <a:r>
              <a:rPr lang="ru-RU" sz="2400" dirty="0">
                <a:solidFill>
                  <a:srgbClr val="08479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»</a:t>
            </a:r>
          </a:p>
        </p:txBody>
      </p:sp>
      <p:sp>
        <p:nvSpPr>
          <p:cNvPr id="62" name="Текст 5">
            <a:extLst>
              <a:ext uri="{FF2B5EF4-FFF2-40B4-BE49-F238E27FC236}">
                <a16:creationId xmlns:a16="http://schemas.microsoft.com/office/drawing/2014/main" id="{51FB38B2-90A5-46D8-9F16-5B596D343557}"/>
              </a:ext>
            </a:extLst>
          </p:cNvPr>
          <p:cNvSpPr txBox="1">
            <a:spLocks/>
          </p:cNvSpPr>
          <p:nvPr/>
        </p:nvSpPr>
        <p:spPr>
          <a:xfrm>
            <a:off x="3163027" y="2897810"/>
            <a:ext cx="5517522" cy="273510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spcBef>
                <a:spcPts val="600"/>
              </a:spcBef>
              <a:buFont typeface="+mj-lt"/>
              <a:buAutoNum type="arabicPeriod"/>
            </a:pPr>
            <a:r>
              <a:rPr lang="ru-RU" sz="1600" dirty="0">
                <a:latin typeface="Open Sans"/>
                <a:ea typeface="Open Sans"/>
                <a:cs typeface="Open Sans"/>
              </a:rPr>
              <a:t>Разработан перечень аналогов деталей и сборочных единиц, которые можно использовать для замены, что позволило </a:t>
            </a:r>
            <a:r>
              <a:rPr lang="ru-RU" sz="1600" b="1" dirty="0">
                <a:latin typeface="Open Sans"/>
                <a:ea typeface="Verdana"/>
                <a:cs typeface="Open Sans"/>
              </a:rPr>
              <a:t>повысить выработку на 17% </a:t>
            </a:r>
          </a:p>
          <a:p>
            <a:pPr marL="342900" indent="-342900" algn="just">
              <a:spcBef>
                <a:spcPts val="600"/>
              </a:spcBef>
              <a:buFont typeface="+mj-lt"/>
              <a:buAutoNum type="arabicPeriod"/>
            </a:pPr>
            <a:r>
              <a:rPr lang="ru-RU" sz="1600" dirty="0">
                <a:latin typeface="Open Sans"/>
                <a:ea typeface="Open Sans"/>
                <a:cs typeface="Open Sans"/>
              </a:rPr>
              <a:t>Перенос операций по дефектации и ремонту пружин в цех ремонта авиадвигателей, что позволило </a:t>
            </a:r>
            <a:r>
              <a:rPr lang="ru-RU" sz="1600" b="1" dirty="0">
                <a:latin typeface="Open Sans"/>
                <a:ea typeface="Open Sans"/>
                <a:cs typeface="Open Sans"/>
              </a:rPr>
              <a:t>сократить время ожидания  комплектующих на 5%</a:t>
            </a:r>
            <a:endParaRPr lang="ru-RU" sz="1600" dirty="0">
              <a:latin typeface="Open Sans"/>
              <a:ea typeface="Open Sans"/>
              <a:cs typeface="Open Sans"/>
            </a:endParaRPr>
          </a:p>
          <a:p>
            <a:pPr marL="342900" indent="-342900" algn="just">
              <a:buFont typeface="Arial" panose="020B0604020202020204" pitchFamily="34" charset="0"/>
              <a:buAutoNum type="arabicPeriod"/>
            </a:pPr>
            <a:r>
              <a:rPr lang="ru-RU" sz="1600" dirty="0">
                <a:latin typeface="Open Sans"/>
                <a:ea typeface="Verdana"/>
                <a:cs typeface="Open Sans"/>
              </a:rPr>
              <a:t>Внедрен производственный анализ в потоке производства, с выявлением причин простоя, что позволило  </a:t>
            </a:r>
            <a:r>
              <a:rPr lang="ru-RU" sz="1600" b="1" dirty="0">
                <a:latin typeface="Open Sans"/>
                <a:ea typeface="Verdana"/>
                <a:cs typeface="Open Sans"/>
              </a:rPr>
              <a:t>повысить выработку на 10%</a:t>
            </a:r>
          </a:p>
        </p:txBody>
      </p:sp>
      <p:pic>
        <p:nvPicPr>
          <p:cNvPr id="5" name="Рисунок 4" descr="Изображение выглядит как двигатель, автокомпонент, машина&#10;&#10;Автоматически созданное описание">
            <a:extLst>
              <a:ext uri="{FF2B5EF4-FFF2-40B4-BE49-F238E27FC236}">
                <a16:creationId xmlns:a16="http://schemas.microsoft.com/office/drawing/2014/main" id="{0F49CCF8-A726-DB54-4769-D7B14822DB5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4917" r="94250">
                        <a14:foregroundMark x1="94333" y1="38375" x2="94333" y2="38375"/>
                        <a14:foregroundMark x1="8667" y1="25250" x2="8667" y2="25250"/>
                        <a14:foregroundMark x1="4917" y1="27500" x2="4917" y2="275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84" y="4046659"/>
            <a:ext cx="3080147" cy="205343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Скругленный прямоугольник 1">
            <a:extLst>
              <a:ext uri="{FF2B5EF4-FFF2-40B4-BE49-F238E27FC236}">
                <a16:creationId xmlns:a16="http://schemas.microsoft.com/office/drawing/2014/main" id="{26FF1C5B-956D-851E-EAE0-5EA67B611196}"/>
              </a:ext>
            </a:extLst>
          </p:cNvPr>
          <p:cNvSpPr/>
          <p:nvPr/>
        </p:nvSpPr>
        <p:spPr>
          <a:xfrm>
            <a:off x="-16263" y="1083182"/>
            <a:ext cx="12208263" cy="864096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0068D0"/>
              </a:gs>
              <a:gs pos="78000">
                <a:srgbClr val="0052A1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 b="1" dirty="0">
              <a:latin typeface="Montserrat" panose="00000500000000000000" pitchFamily="2" charset="-52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623" name="Google Shape;623;gf9645b2320_6_610" descr="Изображение выглядит как рисунок, часы, знак&#10;&#10;Автоматически созданное описание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47676" y="315837"/>
            <a:ext cx="1356565" cy="581385"/>
          </a:xfrm>
          <a:prstGeom prst="rect">
            <a:avLst/>
          </a:prstGeom>
          <a:noFill/>
          <a:ln>
            <a:noFill/>
          </a:ln>
        </p:spPr>
      </p:pic>
      <p:sp>
        <p:nvSpPr>
          <p:cNvPr id="641" name="Google Shape;641;gf9645b2320_6_610"/>
          <p:cNvSpPr txBox="1"/>
          <p:nvPr/>
        </p:nvSpPr>
        <p:spPr>
          <a:xfrm>
            <a:off x="595397" y="2064305"/>
            <a:ext cx="2800315" cy="482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ru-RU" sz="1533" dirty="0">
                <a:solidFill>
                  <a:schemeClr val="bg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Пилотный</a:t>
            </a:r>
            <a:r>
              <a:rPr lang="en-US" sz="1533" dirty="0">
                <a:solidFill>
                  <a:schemeClr val="bg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ru-RU" sz="1533" dirty="0">
                <a:solidFill>
                  <a:schemeClr val="bg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поток:</a:t>
            </a:r>
            <a:endParaRPr sz="1533" dirty="0">
              <a:solidFill>
                <a:schemeClr val="bg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46" name="Google Shape;646;gf9645b2320_6_610"/>
          <p:cNvSpPr txBox="1"/>
          <p:nvPr/>
        </p:nvSpPr>
        <p:spPr>
          <a:xfrm>
            <a:off x="152838" y="2074619"/>
            <a:ext cx="2561200" cy="482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ru-RU" sz="1533" i="1" dirty="0">
                <a:solidFill>
                  <a:schemeClr val="tx1">
                    <a:lumMod val="95000"/>
                    <a:lumOff val="5000"/>
                  </a:schemeClr>
                </a:solidFill>
                <a:latin typeface="Montserrat" panose="00000500000000000000" pitchFamily="2" charset="-52"/>
                <a:ea typeface="Montserrat Medium"/>
                <a:cs typeface="Montserrat Medium"/>
                <a:sym typeface="Montserrat Medium"/>
              </a:rPr>
              <a:t>Основной результат:</a:t>
            </a:r>
            <a:endParaRPr sz="1533" i="1" dirty="0">
              <a:solidFill>
                <a:schemeClr val="tx1">
                  <a:lumMod val="95000"/>
                  <a:lumOff val="5000"/>
                </a:schemeClr>
              </a:solidFill>
              <a:latin typeface="Montserrat" panose="00000500000000000000" pitchFamily="2" charset="-52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48" name="Google Shape;648;gf9645b2320_6_610"/>
          <p:cNvSpPr txBox="1"/>
          <p:nvPr/>
        </p:nvSpPr>
        <p:spPr>
          <a:xfrm>
            <a:off x="8383477" y="2752754"/>
            <a:ext cx="3889008" cy="482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ru-RU" sz="1533" i="1" dirty="0">
                <a:solidFill>
                  <a:schemeClr val="tx1">
                    <a:lumMod val="95000"/>
                    <a:lumOff val="5000"/>
                  </a:schemeClr>
                </a:solidFill>
                <a:latin typeface="Montserrat" panose="00000500000000000000" pitchFamily="2" charset="-52"/>
                <a:ea typeface="Montserrat Medium"/>
                <a:cs typeface="Montserrat Medium"/>
                <a:sym typeface="Montserrat Medium"/>
              </a:rPr>
              <a:t>Показатели пилотного потока:</a:t>
            </a:r>
            <a:endParaRPr sz="1533" i="1" dirty="0">
              <a:solidFill>
                <a:schemeClr val="tx1">
                  <a:lumMod val="95000"/>
                  <a:lumOff val="5000"/>
                </a:schemeClr>
              </a:solidFill>
              <a:latin typeface="Montserrat" panose="00000500000000000000" pitchFamily="2" charset="-52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38" name="Рисунок 37">
            <a:extLst>
              <a:ext uri="{FF2B5EF4-FFF2-40B4-BE49-F238E27FC236}">
                <a16:creationId xmlns:a16="http://schemas.microsoft.com/office/drawing/2014/main" id="{5C87CCD5-5D3A-D922-FDE3-B19FEE2813A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3752930" y="2929210"/>
            <a:ext cx="7081300" cy="6858000"/>
          </a:xfrm>
          <a:prstGeom prst="rect">
            <a:avLst/>
          </a:prstGeom>
        </p:spPr>
      </p:pic>
      <p:sp>
        <p:nvSpPr>
          <p:cNvPr id="44" name="Google Shape;622;gf9645b2320_6_610">
            <a:extLst>
              <a:ext uri="{FF2B5EF4-FFF2-40B4-BE49-F238E27FC236}">
                <a16:creationId xmlns:a16="http://schemas.microsoft.com/office/drawing/2014/main" id="{E4820ECC-3D63-7295-E570-8BEA19B452E1}"/>
              </a:ext>
            </a:extLst>
          </p:cNvPr>
          <p:cNvSpPr txBox="1"/>
          <p:nvPr/>
        </p:nvSpPr>
        <p:spPr>
          <a:xfrm>
            <a:off x="513434" y="-152937"/>
            <a:ext cx="4401209" cy="12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rmAutofit/>
          </a:bodyPr>
          <a:lstStyle/>
          <a:p>
            <a:pPr>
              <a:lnSpc>
                <a:spcPct val="115000"/>
              </a:lnSpc>
              <a:buClr>
                <a:srgbClr val="094697"/>
              </a:buClr>
              <a:buSzPts val="1480"/>
            </a:pPr>
            <a:r>
              <a:rPr lang="ru-RU" sz="2400" dirty="0">
                <a:solidFill>
                  <a:srgbClr val="094697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ПРИМЕРЫ КЕЙСОВ</a:t>
            </a:r>
            <a:endParaRPr sz="2400" dirty="0">
              <a:solidFill>
                <a:srgbClr val="094697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C7B05325-7B95-FC98-2AE7-2758C48A87A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31835" y="3744231"/>
            <a:ext cx="7081300" cy="6858000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CE1D24DD-B923-A77A-6F54-AC8CBB150FFA}"/>
              </a:ext>
            </a:extLst>
          </p:cNvPr>
          <p:cNvSpPr txBox="1"/>
          <p:nvPr/>
        </p:nvSpPr>
        <p:spPr>
          <a:xfrm>
            <a:off x="8439133" y="3246823"/>
            <a:ext cx="4007203" cy="3427733"/>
          </a:xfrm>
          <a:prstGeom prst="rect">
            <a:avLst/>
          </a:prstGeom>
          <a:noFill/>
        </p:spPr>
        <p:txBody>
          <a:bodyPr wrap="square" lIns="121920" tIns="60960" rIns="121920" bIns="60960" anchor="t">
            <a:spAutoFit/>
          </a:bodyPr>
          <a:lstStyle/>
          <a:p>
            <a:r>
              <a:rPr lang="ru-RU" sz="3733" b="1" dirty="0">
                <a:solidFill>
                  <a:srgbClr val="245AA2"/>
                </a:solidFill>
                <a:latin typeface="Montserrat ExtraBold"/>
              </a:rPr>
              <a:t>-10%</a:t>
            </a:r>
          </a:p>
          <a:p>
            <a:r>
              <a:rPr lang="ru-RU" sz="1470" dirty="0">
                <a:latin typeface="Montserrat" panose="00000500000000000000" pitchFamily="2" charset="-52"/>
              </a:rPr>
              <a:t>время протекания процесса</a:t>
            </a:r>
          </a:p>
          <a:p>
            <a:r>
              <a:rPr lang="ru-RU" sz="1470" b="1" dirty="0">
                <a:solidFill>
                  <a:srgbClr val="245AA2"/>
                </a:solidFill>
                <a:latin typeface="Montserrat" panose="00000500000000000000" pitchFamily="2" charset="-52"/>
              </a:rPr>
              <a:t> </a:t>
            </a:r>
            <a:br>
              <a:rPr lang="ru-RU" sz="3733" b="1" dirty="0">
                <a:solidFill>
                  <a:srgbClr val="245AA2"/>
                </a:solidFill>
                <a:latin typeface="Montserrat ExtraBold"/>
              </a:rPr>
            </a:br>
            <a:r>
              <a:rPr lang="ru-RU" sz="3733" b="1" dirty="0">
                <a:solidFill>
                  <a:srgbClr val="245AA2"/>
                </a:solidFill>
                <a:latin typeface="Montserrat ExtraBold"/>
              </a:rPr>
              <a:t>+100%</a:t>
            </a:r>
            <a:br>
              <a:rPr lang="ru-RU" sz="1467" b="1" dirty="0">
                <a:solidFill>
                  <a:srgbClr val="245AA2"/>
                </a:solidFill>
                <a:latin typeface="Montserrat"/>
              </a:rPr>
            </a:br>
            <a:r>
              <a:rPr lang="ru-RU" sz="1467" dirty="0">
                <a:latin typeface="Montserrat"/>
              </a:rPr>
              <a:t>выработка</a:t>
            </a:r>
            <a:r>
              <a:rPr lang="ru-RU" sz="1467" b="1" dirty="0">
                <a:solidFill>
                  <a:srgbClr val="245AA2"/>
                </a:solidFill>
                <a:latin typeface="Montserrat"/>
              </a:rPr>
              <a:t> </a:t>
            </a:r>
          </a:p>
          <a:p>
            <a:endParaRPr lang="ru-RU" sz="1467" b="1" dirty="0">
              <a:solidFill>
                <a:srgbClr val="245AA2"/>
              </a:solidFill>
              <a:latin typeface="Montserrat"/>
            </a:endParaRPr>
          </a:p>
          <a:p>
            <a:r>
              <a:rPr lang="ru-RU" sz="3733" b="1" dirty="0">
                <a:solidFill>
                  <a:srgbClr val="245AA2"/>
                </a:solidFill>
                <a:latin typeface="Montserrat ExtraBold"/>
              </a:rPr>
              <a:t>-28%</a:t>
            </a:r>
          </a:p>
          <a:p>
            <a:r>
              <a:rPr lang="ru-RU" sz="1467" dirty="0">
                <a:latin typeface="Montserrat"/>
              </a:rPr>
              <a:t>незавершенное производство </a:t>
            </a:r>
            <a:br>
              <a:rPr lang="ru-RU" sz="1467" dirty="0">
                <a:latin typeface="Montserrat"/>
              </a:rPr>
            </a:br>
            <a:r>
              <a:rPr lang="ru-RU" sz="1467" dirty="0">
                <a:latin typeface="Montserrat"/>
              </a:rPr>
              <a:t>в потоке</a:t>
            </a:r>
          </a:p>
          <a:p>
            <a:endParaRPr lang="ru-RU" sz="1467" dirty="0">
              <a:solidFill>
                <a:srgbClr val="245AA2"/>
              </a:solidFill>
              <a:latin typeface="Montserrat"/>
            </a:endParaRPr>
          </a:p>
        </p:txBody>
      </p:sp>
      <p:sp>
        <p:nvSpPr>
          <p:cNvPr id="3" name="Текст 3">
            <a:extLst>
              <a:ext uri="{FF2B5EF4-FFF2-40B4-BE49-F238E27FC236}">
                <a16:creationId xmlns:a16="http://schemas.microsoft.com/office/drawing/2014/main" id="{015635A7-9CE0-0943-38C1-9960A709FFFE}"/>
              </a:ext>
            </a:extLst>
          </p:cNvPr>
          <p:cNvSpPr txBox="1">
            <a:spLocks/>
          </p:cNvSpPr>
          <p:nvPr/>
        </p:nvSpPr>
        <p:spPr>
          <a:xfrm>
            <a:off x="805937" y="1233641"/>
            <a:ext cx="11198304" cy="58196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«</a:t>
            </a:r>
            <a:r>
              <a:rPr lang="ru-RU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Капитальный ремонт двигателя ВК-2500</a:t>
            </a:r>
            <a:r>
              <a:rPr lang="ru-RU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»</a:t>
            </a:r>
          </a:p>
          <a:p>
            <a:endParaRPr lang="ru-RU" dirty="0"/>
          </a:p>
        </p:txBody>
      </p:sp>
      <p:sp>
        <p:nvSpPr>
          <p:cNvPr id="5" name="Google Shape;644;gf9645b2320_6_610">
            <a:extLst>
              <a:ext uri="{FF2B5EF4-FFF2-40B4-BE49-F238E27FC236}">
                <a16:creationId xmlns:a16="http://schemas.microsoft.com/office/drawing/2014/main" id="{4C8868D4-6A51-6D5C-2469-4C098F3D8B7B}"/>
              </a:ext>
            </a:extLst>
          </p:cNvPr>
          <p:cNvSpPr txBox="1">
            <a:spLocks/>
          </p:cNvSpPr>
          <p:nvPr/>
        </p:nvSpPr>
        <p:spPr>
          <a:xfrm>
            <a:off x="2557454" y="1808142"/>
            <a:ext cx="6306178" cy="108178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60933" rIns="121900" bIns="60933" rtlCol="0" anchor="t" anchorCtr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085" indent="0" defTabSz="1625478">
              <a:spcBef>
                <a:spcPts val="1777"/>
              </a:spcBef>
              <a:buNone/>
              <a:defRPr/>
            </a:pPr>
            <a:r>
              <a:rPr lang="ru-RU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Open Sans"/>
                <a:ea typeface="Open Sans"/>
                <a:cs typeface="Open Sans"/>
              </a:rPr>
              <a:t>Увеличение выработки капитального ремонта двигателей ВК-2500</a:t>
            </a:r>
            <a:endParaRPr lang="ru-RU" sz="1600" dirty="0">
              <a:solidFill>
                <a:schemeClr val="tx1">
                  <a:lumMod val="95000"/>
                  <a:lumOff val="5000"/>
                </a:schemeClr>
              </a:solidFill>
              <a:latin typeface="Montserrat"/>
              <a:ea typeface="Montserrat"/>
              <a:cs typeface="Montserrat"/>
            </a:endParaRPr>
          </a:p>
          <a:p>
            <a:pPr marL="0" indent="0">
              <a:lnSpc>
                <a:spcPct val="100000"/>
              </a:lnSpc>
              <a:spcBef>
                <a:spcPts val="300"/>
              </a:spcBef>
              <a:buClr>
                <a:srgbClr val="7F7F7F"/>
              </a:buClr>
              <a:buSzPts val="1125"/>
              <a:buFont typeface="Arial" panose="020B0604020202020204" pitchFamily="34" charset="0"/>
              <a:buNone/>
            </a:pPr>
            <a:endParaRPr lang="ru-RU" sz="1600" dirty="0">
              <a:solidFill>
                <a:schemeClr val="tx1">
                  <a:lumMod val="95000"/>
                  <a:lumOff val="5000"/>
                </a:schemeClr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7" name="Текст 5">
            <a:extLst>
              <a:ext uri="{FF2B5EF4-FFF2-40B4-BE49-F238E27FC236}">
                <a16:creationId xmlns:a16="http://schemas.microsoft.com/office/drawing/2014/main" id="{40A92AF0-2319-BA62-8B71-398567E35AF0}"/>
              </a:ext>
            </a:extLst>
          </p:cNvPr>
          <p:cNvSpPr txBox="1">
            <a:spLocks/>
          </p:cNvSpPr>
          <p:nvPr/>
        </p:nvSpPr>
        <p:spPr>
          <a:xfrm>
            <a:off x="2921611" y="2929210"/>
            <a:ext cx="5517522" cy="273510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spcBef>
                <a:spcPts val="600"/>
              </a:spcBef>
              <a:buFont typeface="+mj-lt"/>
              <a:buAutoNum type="arabicPeriod"/>
            </a:pPr>
            <a:r>
              <a:rPr lang="ru-RU" sz="1600" dirty="0">
                <a:latin typeface="Open Sans"/>
                <a:ea typeface="Open Sans"/>
                <a:cs typeface="Open Sans"/>
              </a:rPr>
              <a:t>Разработан перечень аналогов деталей и сборочных единиц, которые можно использовать для замены, что позволило </a:t>
            </a:r>
            <a:r>
              <a:rPr lang="ru-RU" sz="1600" b="1" dirty="0">
                <a:latin typeface="Open Sans"/>
                <a:ea typeface="Verdana"/>
                <a:cs typeface="Open Sans"/>
              </a:rPr>
              <a:t>повысить выработку на 17% </a:t>
            </a:r>
          </a:p>
          <a:p>
            <a:pPr marL="342900" indent="-342900" algn="just">
              <a:spcBef>
                <a:spcPts val="600"/>
              </a:spcBef>
              <a:buFont typeface="+mj-lt"/>
              <a:buAutoNum type="arabicPeriod"/>
            </a:pPr>
            <a:r>
              <a:rPr lang="ru-RU" sz="1600" dirty="0">
                <a:latin typeface="Open Sans"/>
                <a:ea typeface="Open Sans"/>
                <a:cs typeface="Open Sans"/>
              </a:rPr>
              <a:t>Перенос операций по дефектации и ремонту пружин в цех ремонта авиадвигателей, что позволило </a:t>
            </a:r>
            <a:r>
              <a:rPr lang="ru-RU" sz="1600" b="1" dirty="0">
                <a:latin typeface="Open Sans"/>
                <a:ea typeface="Open Sans"/>
                <a:cs typeface="Open Sans"/>
              </a:rPr>
              <a:t>сократить время ожидания  комплектующих на 3%</a:t>
            </a:r>
            <a:endParaRPr lang="ru-RU" sz="1600" dirty="0">
              <a:latin typeface="Open Sans"/>
              <a:ea typeface="Open Sans"/>
              <a:cs typeface="Open Sans"/>
            </a:endParaRPr>
          </a:p>
          <a:p>
            <a:pPr marL="342900" indent="-342900" algn="just">
              <a:buFont typeface="Arial" panose="020B0604020202020204" pitchFamily="34" charset="0"/>
              <a:buAutoNum type="arabicPeriod"/>
            </a:pPr>
            <a:r>
              <a:rPr lang="ru-RU" sz="1600" dirty="0">
                <a:latin typeface="Open Sans"/>
                <a:ea typeface="Verdana"/>
                <a:cs typeface="Open Sans"/>
              </a:rPr>
              <a:t>Внедрен производственный анализ в потоке производства, с выявлением причин простоя, что позволило  </a:t>
            </a:r>
            <a:r>
              <a:rPr lang="ru-RU" sz="1600" b="1" dirty="0">
                <a:latin typeface="Open Sans"/>
                <a:ea typeface="Verdana"/>
                <a:cs typeface="Open Sans"/>
              </a:rPr>
              <a:t>повысить выработку на 10%</a:t>
            </a:r>
          </a:p>
        </p:txBody>
      </p:sp>
      <p:pic>
        <p:nvPicPr>
          <p:cNvPr id="2" name="Рисунок 1" descr="Изображение выглядит как двигатель, автокомпонент, машина&#10;&#10;Автоматически созданное описание">
            <a:extLst>
              <a:ext uri="{FF2B5EF4-FFF2-40B4-BE49-F238E27FC236}">
                <a16:creationId xmlns:a16="http://schemas.microsoft.com/office/drawing/2014/main" id="{40D0EE8F-657E-3A97-F0D4-020AF798A6C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4917" r="94250">
                        <a14:foregroundMark x1="94333" y1="38375" x2="94333" y2="38375"/>
                        <a14:foregroundMark x1="8667" y1="25250" x2="8667" y2="25250"/>
                        <a14:foregroundMark x1="4917" y1="27500" x2="4917" y2="275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225211"/>
            <a:ext cx="3080147" cy="2053431"/>
          </a:xfrm>
          <a:prstGeom prst="rect">
            <a:avLst/>
          </a:prstGeom>
        </p:spPr>
      </p:pic>
      <p:sp>
        <p:nvSpPr>
          <p:cNvPr id="8" name="Google Shape;646;gf9645b2320_6_610">
            <a:extLst>
              <a:ext uri="{FF2B5EF4-FFF2-40B4-BE49-F238E27FC236}">
                <a16:creationId xmlns:a16="http://schemas.microsoft.com/office/drawing/2014/main" id="{50DCB0A5-F18B-D2CB-24A5-F43E255AA054}"/>
              </a:ext>
            </a:extLst>
          </p:cNvPr>
          <p:cNvSpPr txBox="1"/>
          <p:nvPr/>
        </p:nvSpPr>
        <p:spPr>
          <a:xfrm>
            <a:off x="3156597" y="2499582"/>
            <a:ext cx="2846789" cy="482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ru-RU" sz="1533" i="1" dirty="0">
                <a:solidFill>
                  <a:schemeClr val="tx1">
                    <a:lumMod val="95000"/>
                    <a:lumOff val="5000"/>
                  </a:schemeClr>
                </a:solidFill>
                <a:latin typeface="Montserrat" panose="00000500000000000000" pitchFamily="2" charset="-52"/>
                <a:ea typeface="Montserrat Medium"/>
                <a:cs typeface="Montserrat Medium"/>
                <a:sym typeface="Montserrat Medium"/>
              </a:rPr>
              <a:t>Основные мероприятия:</a:t>
            </a:r>
            <a:endParaRPr sz="1533" i="1" dirty="0">
              <a:solidFill>
                <a:schemeClr val="tx1">
                  <a:lumMod val="95000"/>
                  <a:lumOff val="5000"/>
                </a:schemeClr>
              </a:solidFill>
              <a:latin typeface="Montserrat" panose="00000500000000000000" pitchFamily="2" charset="-52"/>
              <a:ea typeface="Montserrat Medium"/>
              <a:cs typeface="Montserrat Medium"/>
              <a:sym typeface="Montserrat Medium"/>
            </a:endParaRPr>
          </a:p>
        </p:txBody>
      </p:sp>
    </p:spTree>
    <p:extLst>
      <p:ext uri="{BB962C8B-B14F-4D97-AF65-F5344CB8AC3E}">
        <p14:creationId xmlns:p14="http://schemas.microsoft.com/office/powerpoint/2010/main" val="189534587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040dfa8-117b-4bd2-b9a9-a5a7d75514fe" xsi:nil="true"/>
    <lcf76f155ced4ddcb4097134ff3c332f xmlns="11a6046c-63f1-4c80-a521-ef7ae251e897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70EC594400F1A24E86B9F1B6D764F6F7" ma:contentTypeVersion="14" ma:contentTypeDescription="Создание документа." ma:contentTypeScope="" ma:versionID="80af868213e5908aaf6648beb9f8a390">
  <xsd:schema xmlns:xsd="http://www.w3.org/2001/XMLSchema" xmlns:xs="http://www.w3.org/2001/XMLSchema" xmlns:p="http://schemas.microsoft.com/office/2006/metadata/properties" xmlns:ns2="11a6046c-63f1-4c80-a521-ef7ae251e897" xmlns:ns3="4040dfa8-117b-4bd2-b9a9-a5a7d75514fe" targetNamespace="http://schemas.microsoft.com/office/2006/metadata/properties" ma:root="true" ma:fieldsID="bbae45399d085722103b1229869eb932" ns2:_="" ns3:_="">
    <xsd:import namespace="11a6046c-63f1-4c80-a521-ef7ae251e897"/>
    <xsd:import namespace="4040dfa8-117b-4bd2-b9a9-a5a7d75514f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DateTaken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1a6046c-63f1-4c80-a521-ef7ae251e89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Теги изображений" ma:readOnly="false" ma:fieldId="{5cf76f15-5ced-4ddc-b409-7134ff3c332f}" ma:taxonomyMulti="true" ma:sspId="49847d03-d8be-4925-a9f2-3878591b595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040dfa8-117b-4bd2-b9a9-a5a7d75514fe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Общий доступ с использованием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Совместно с подробностями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ff3c426c-db4f-4bd3-ae76-76a60e48ccaa}" ma:internalName="TaxCatchAll" ma:showField="CatchAllData" ma:web="4040dfa8-117b-4bd2-b9a9-a5a7d75514f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F41C8AA-C8DC-4FBD-8AE1-B78BD174F2CD}">
  <ds:schemaRefs>
    <ds:schemaRef ds:uri="http://schemas.microsoft.com/office/2006/metadata/properties"/>
    <ds:schemaRef ds:uri="http://schemas.microsoft.com/office/infopath/2007/PartnerControls"/>
    <ds:schemaRef ds:uri="20f1e087-82f0-4ac0-a6fc-f48ff04a65c7"/>
    <ds:schemaRef ds:uri="16b4bb0b-ff98-4bba-bfd0-da1580ea890c"/>
    <ds:schemaRef ds:uri="4040dfa8-117b-4bd2-b9a9-a5a7d75514fe"/>
    <ds:schemaRef ds:uri="11a6046c-63f1-4c80-a521-ef7ae251e897"/>
  </ds:schemaRefs>
</ds:datastoreItem>
</file>

<file path=customXml/itemProps2.xml><?xml version="1.0" encoding="utf-8"?>
<ds:datastoreItem xmlns:ds="http://schemas.openxmlformats.org/officeDocument/2006/customXml" ds:itemID="{9070B337-5083-4C0A-88D3-FBF4B1B7607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1a6046c-63f1-4c80-a521-ef7ae251e897"/>
    <ds:schemaRef ds:uri="4040dfa8-117b-4bd2-b9a9-a5a7d75514f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89A988F-611F-49DC-A64E-93E8CF08D7D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7261</TotalTime>
  <Words>649</Words>
  <Application>Microsoft Office PowerPoint</Application>
  <PresentationFormat>Широкоэкранный</PresentationFormat>
  <Paragraphs>109</Paragraphs>
  <Slides>2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11" baseType="lpstr">
      <vt:lpstr>Arial</vt:lpstr>
      <vt:lpstr>Calibri</vt:lpstr>
      <vt:lpstr>Calibri Light</vt:lpstr>
      <vt:lpstr>Montserrat</vt:lpstr>
      <vt:lpstr>Montserrat ExtraBold</vt:lpstr>
      <vt:lpstr>Montserrat Medium</vt:lpstr>
      <vt:lpstr>Open Sans</vt:lpstr>
      <vt:lpstr>Times New Roman</vt:lpstr>
      <vt:lpstr>Тема Office</vt:lpstr>
      <vt:lpstr>АО «ОДК-Климов» 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АО «Ферроприбор»  Санкт-Петербург</dc:title>
  <dc:creator>Левкина Наталья</dc:creator>
  <cp:lastModifiedBy>Слиньков Александр</cp:lastModifiedBy>
  <cp:revision>129</cp:revision>
  <dcterms:created xsi:type="dcterms:W3CDTF">2021-08-02T16:17:08Z</dcterms:created>
  <dcterms:modified xsi:type="dcterms:W3CDTF">2024-11-19T13:20:14Z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0x01010070EC594400F1A24E86B9F1B6D764F6F7</vt:lpwstr>
  </property>
  <property fmtid="{D5CDD505-2E9C-101B-9397-08002B2CF9AE}" pid="3" name="MediaServiceImageTags">
    <vt:lpwstr/>
  </property>
</Properties>
</file>