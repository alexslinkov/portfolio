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92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0139D-A8A8-4098-8186-64F9EA439320}" v="5" dt="2025-09-11T13:56:09.257"/>
    <p1510:client id="{997D6396-3201-734C-B5A3-ED25DEDFCAC2}" v="6" dt="2025-09-12T05:55:13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48"/>
    <p:restoredTop sz="96218"/>
  </p:normalViewPr>
  <p:slideViewPr>
    <p:cSldViewPr snapToGrid="0">
      <p:cViewPr>
        <p:scale>
          <a:sx n="45" d="100"/>
          <a:sy n="45" d="100"/>
        </p:scale>
        <p:origin x="112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ов Андрей Валерьевич" userId="0d020785-1ee1-49fc-b4fe-b580796f84b7" providerId="ADAL" clId="{B6EC2689-F6A0-4884-9596-76530D5F84B8}"/>
    <pc:docChg chg="modSld">
      <pc:chgData name="Иванов Андрей Валерьевич" userId="0d020785-1ee1-49fc-b4fe-b580796f84b7" providerId="ADAL" clId="{B6EC2689-F6A0-4884-9596-76530D5F84B8}" dt="2023-08-03T08:49:45.040" v="134" actId="20577"/>
      <pc:docMkLst>
        <pc:docMk/>
      </pc:docMkLst>
      <pc:sldChg chg="modNotesTx">
        <pc:chgData name="Иванов Андрей Валерьевич" userId="0d020785-1ee1-49fc-b4fe-b580796f84b7" providerId="ADAL" clId="{B6EC2689-F6A0-4884-9596-76530D5F84B8}" dt="2023-08-03T08:49:45.040" v="134" actId="20577"/>
        <pc:sldMkLst>
          <pc:docMk/>
          <pc:sldMk cId="0" sldId="269"/>
        </pc:sldMkLst>
      </pc:sldChg>
    </pc:docChg>
  </pc:docChgLst>
  <pc:docChgLst>
    <pc:chgData name="Лёвкина Наталья" userId="430a77c7-2aa0-412b-9874-6952fe3919bd" providerId="ADAL" clId="{7527D0F8-2351-409E-85E7-502C43E78A01}"/>
    <pc:docChg chg="modSld">
      <pc:chgData name="Лёвкина Наталья" userId="430a77c7-2aa0-412b-9874-6952fe3919bd" providerId="ADAL" clId="{7527D0F8-2351-409E-85E7-502C43E78A01}" dt="2021-09-27T06:53:39.368" v="1" actId="20577"/>
      <pc:docMkLst>
        <pc:docMk/>
      </pc:docMkLst>
      <pc:sldChg chg="modNotesTx">
        <pc:chgData name="Лёвкина Наталья" userId="430a77c7-2aa0-412b-9874-6952fe3919bd" providerId="ADAL" clId="{7527D0F8-2351-409E-85E7-502C43E78A01}" dt="2021-09-27T06:53:39.368" v="1" actId="20577"/>
        <pc:sldMkLst>
          <pc:docMk/>
          <pc:sldMk cId="2063599093" sldId="2833"/>
        </pc:sldMkLst>
      </pc:sldChg>
    </pc:docChg>
  </pc:docChgLst>
  <pc:docChgLst>
    <pc:chgData name="Лёвкина Наталья" userId="430a77c7-2aa0-412b-9874-6952fe3919bd" providerId="ADAL" clId="{43D2D455-9064-4301-9774-A04F13CC4047}"/>
    <pc:docChg chg="custSel modSld">
      <pc:chgData name="Лёвкина Наталья" userId="430a77c7-2aa0-412b-9874-6952fe3919bd" providerId="ADAL" clId="{43D2D455-9064-4301-9774-A04F13CC4047}" dt="2023-01-18T11:20:31.410" v="240" actId="20577"/>
      <pc:docMkLst>
        <pc:docMk/>
      </pc:docMkLst>
      <pc:sldChg chg="addSp delSp modSp mod modNotesTx">
        <pc:chgData name="Лёвкина Наталья" userId="430a77c7-2aa0-412b-9874-6952fe3919bd" providerId="ADAL" clId="{43D2D455-9064-4301-9774-A04F13CC4047}" dt="2023-01-18T11:20:31.410" v="240" actId="20577"/>
        <pc:sldMkLst>
          <pc:docMk/>
          <pc:sldMk cId="0" sldId="269"/>
        </pc:sldMkLst>
      </pc:sldChg>
    </pc:docChg>
  </pc:docChgLst>
  <pc:docChgLst>
    <pc:chgData name="Торопова Анастасия Игоревна" userId="S::toropova_ai@archk.ru::ccf55b8b-4c71-4484-9ef8-91a0cbed1e94" providerId="AD" clId="Web-{5C72C352-229F-3951-45FD-2259BF46AB15}"/>
    <pc:docChg chg="modSld">
      <pc:chgData name="Торопова Анастасия Игоревна" userId="S::toropova_ai@archk.ru::ccf55b8b-4c71-4484-9ef8-91a0cbed1e94" providerId="AD" clId="Web-{5C72C352-229F-3951-45FD-2259BF46AB15}" dt="2023-01-16T11:47:24.013" v="0"/>
      <pc:docMkLst>
        <pc:docMk/>
      </pc:docMkLst>
      <pc:sldChg chg="modSp">
        <pc:chgData name="Торопова Анастасия Игоревна" userId="S::toropova_ai@archk.ru::ccf55b8b-4c71-4484-9ef8-91a0cbed1e94" providerId="AD" clId="Web-{5C72C352-229F-3951-45FD-2259BF46AB15}" dt="2023-01-16T11:47:24.013" v="0"/>
        <pc:sldMkLst>
          <pc:docMk/>
          <pc:sldMk cId="1895345874" sldId="2920"/>
        </pc:sldMkLst>
      </pc:sldChg>
    </pc:docChg>
  </pc:docChgLst>
  <pc:docChgLst>
    <pc:chgData name="Осипенко Святослав Вячеславович" userId="2989a2a6-3e20-4aab-8dc9-0a51d28f28f4" providerId="ADAL" clId="{9F2F35F2-142E-5558-8F13-F93981D01B56}"/>
    <pc:docChg chg="undo custSel delSld modSld">
      <pc:chgData name="Осипенко Святослав Вячеславович" userId="2989a2a6-3e20-4aab-8dc9-0a51d28f28f4" providerId="ADAL" clId="{9F2F35F2-142E-5558-8F13-F93981D01B56}" dt="2025-09-12T06:20:24.116" v="755" actId="2696"/>
      <pc:docMkLst>
        <pc:docMk/>
      </pc:docMkLst>
      <pc:sldChg chg="del">
        <pc:chgData name="Осипенко Святослав Вячеславович" userId="2989a2a6-3e20-4aab-8dc9-0a51d28f28f4" providerId="ADAL" clId="{9F2F35F2-142E-5558-8F13-F93981D01B56}" dt="2025-09-12T05:53:38.054" v="0" actId="2696"/>
        <pc:sldMkLst>
          <pc:docMk/>
          <pc:sldMk cId="0" sldId="269"/>
        </pc:sldMkLst>
      </pc:sldChg>
      <pc:sldChg chg="modSp del mod">
        <pc:chgData name="Осипенко Святослав Вячеславович" userId="2989a2a6-3e20-4aab-8dc9-0a51d28f28f4" providerId="ADAL" clId="{9F2F35F2-142E-5558-8F13-F93981D01B56}" dt="2025-09-12T06:20:24.116" v="755" actId="2696"/>
        <pc:sldMkLst>
          <pc:docMk/>
          <pc:sldMk cId="1895345874" sldId="2920"/>
        </pc:sldMkLst>
        <pc:picChg chg="mod">
          <ac:chgData name="Осипенко Святослав Вячеславович" userId="2989a2a6-3e20-4aab-8dc9-0a51d28f28f4" providerId="ADAL" clId="{9F2F35F2-142E-5558-8F13-F93981D01B56}" dt="2025-09-12T06:07:03.426" v="209" actId="1076"/>
          <ac:picMkLst>
            <pc:docMk/>
            <pc:sldMk cId="1895345874" sldId="2920"/>
            <ac:picMk id="38" creationId="{5C87CCD5-5D3A-D922-FDE3-B19FEE2813A7}"/>
          </ac:picMkLst>
        </pc:picChg>
      </pc:sldChg>
      <pc:sldChg chg="modSp mod">
        <pc:chgData name="Осипенко Святослав Вячеславович" userId="2989a2a6-3e20-4aab-8dc9-0a51d28f28f4" providerId="ADAL" clId="{9F2F35F2-142E-5558-8F13-F93981D01B56}" dt="2025-09-12T06:20:05.108" v="754" actId="1076"/>
        <pc:sldMkLst>
          <pc:docMk/>
          <pc:sldMk cId="2576581210" sldId="2921"/>
        </pc:sldMkLst>
        <pc:spChg chg="mod">
          <ac:chgData name="Осипенко Святослав Вячеславович" userId="2989a2a6-3e20-4aab-8dc9-0a51d28f28f4" providerId="ADAL" clId="{9F2F35F2-142E-5558-8F13-F93981D01B56}" dt="2025-09-12T06:20:05.108" v="754" actId="1076"/>
          <ac:spMkLst>
            <pc:docMk/>
            <pc:sldMk cId="2576581210" sldId="2921"/>
            <ac:spMk id="4" creationId="{8B279BCB-501A-D343-A3D4-02B38C147F28}"/>
          </ac:spMkLst>
        </pc:spChg>
        <pc:spChg chg="mod">
          <ac:chgData name="Осипенко Святослав Вячеславович" userId="2989a2a6-3e20-4aab-8dc9-0a51d28f28f4" providerId="ADAL" clId="{9F2F35F2-142E-5558-8F13-F93981D01B56}" dt="2025-09-12T06:11:13.011" v="235" actId="20577"/>
          <ac:spMkLst>
            <pc:docMk/>
            <pc:sldMk cId="2576581210" sldId="2921"/>
            <ac:spMk id="41" creationId="{CE1D24DD-B923-A77A-6F54-AC8CBB150FFA}"/>
          </ac:spMkLst>
        </pc:spChg>
        <pc:spChg chg="mod">
          <ac:chgData name="Осипенко Святослав Вячеславович" userId="2989a2a6-3e20-4aab-8dc9-0a51d28f28f4" providerId="ADAL" clId="{9F2F35F2-142E-5558-8F13-F93981D01B56}" dt="2025-09-12T05:55:48.859" v="14" actId="20577"/>
          <ac:spMkLst>
            <pc:docMk/>
            <pc:sldMk cId="2576581210" sldId="2921"/>
            <ac:spMk id="639" creationId="{00000000-0000-0000-0000-000000000000}"/>
          </ac:spMkLst>
        </pc:spChg>
        <pc:spChg chg="mod">
          <ac:chgData name="Осипенко Святослав Вячеславович" userId="2989a2a6-3e20-4aab-8dc9-0a51d28f28f4" providerId="ADAL" clId="{9F2F35F2-142E-5558-8F13-F93981D01B56}" dt="2025-09-12T06:07:11.413" v="210" actId="108"/>
          <ac:spMkLst>
            <pc:docMk/>
            <pc:sldMk cId="2576581210" sldId="2921"/>
            <ac:spMk id="644" creationId="{00000000-0000-0000-0000-000000000000}"/>
          </ac:spMkLst>
        </pc:spChg>
        <pc:picChg chg="mod">
          <ac:chgData name="Осипенко Святослав Вячеславович" userId="2989a2a6-3e20-4aab-8dc9-0a51d28f28f4" providerId="ADAL" clId="{9F2F35F2-142E-5558-8F13-F93981D01B56}" dt="2025-09-12T06:07:12.307" v="211" actId="1076"/>
          <ac:picMkLst>
            <pc:docMk/>
            <pc:sldMk cId="2576581210" sldId="2921"/>
            <ac:picMk id="38" creationId="{5C87CCD5-5D3A-D922-FDE3-B19FEE2813A7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84CCC0B4-A9A5-A15E-8BE4-A5D2B516E11F}"/>
    <pc:docChg chg="modSld">
      <pc:chgData name="Торопова Анастасия Игоревна" userId="S::toropova_ai@archk.ru::ccf55b8b-4c71-4484-9ef8-91a0cbed1e94" providerId="AD" clId="Web-{84CCC0B4-A9A5-A15E-8BE4-A5D2B516E11F}" dt="2023-01-17T07:35:50.906" v="83" actId="1076"/>
      <pc:docMkLst>
        <pc:docMk/>
      </pc:docMkLst>
      <pc:sldChg chg="modSp modNotes">
        <pc:chgData name="Торопова Анастасия Игоревна" userId="S::toropova_ai@archk.ru::ccf55b8b-4c71-4484-9ef8-91a0cbed1e94" providerId="AD" clId="Web-{84CCC0B4-A9A5-A15E-8BE4-A5D2B516E11F}" dt="2023-01-17T07:35:50.906" v="83" actId="1076"/>
        <pc:sldMkLst>
          <pc:docMk/>
          <pc:sldMk cId="0" sldId="269"/>
        </pc:sldMkLst>
      </pc:sldChg>
      <pc:sldChg chg="addSp delSp modSp">
        <pc:chgData name="Торопова Анастасия Игоревна" userId="S::toropova_ai@archk.ru::ccf55b8b-4c71-4484-9ef8-91a0cbed1e94" providerId="AD" clId="Web-{84CCC0B4-A9A5-A15E-8BE4-A5D2B516E11F}" dt="2023-01-17T07:34:52.342" v="82" actId="14100"/>
        <pc:sldMkLst>
          <pc:docMk/>
          <pc:sldMk cId="1895345874" sldId="2920"/>
        </pc:sldMkLst>
      </pc:sldChg>
    </pc:docChg>
  </pc:docChgLst>
  <pc:docChgLst>
    <pc:chgData name="Дмитриев Федор" userId="e2819367-5eb0-4dee-8ae5-b5780d5b537e" providerId="ADAL" clId="{D0F3A399-9382-4E59-9A55-BF83F32A48F9}"/>
    <pc:docChg chg="custSel addSld modSld">
      <pc:chgData name="Дмитриев Федор" userId="e2819367-5eb0-4dee-8ae5-b5780d5b537e" providerId="ADAL" clId="{D0F3A399-9382-4E59-9A55-BF83F32A48F9}" dt="2024-09-23T13:18:40.989" v="118"/>
      <pc:docMkLst>
        <pc:docMk/>
      </pc:docMkLst>
      <pc:sldChg chg="addSp delSp modSp add mod">
        <pc:chgData name="Дмитриев Федор" userId="e2819367-5eb0-4dee-8ae5-b5780d5b537e" providerId="ADAL" clId="{D0F3A399-9382-4E59-9A55-BF83F32A48F9}" dt="2024-09-23T13:18:40.989" v="118"/>
        <pc:sldMkLst>
          <pc:docMk/>
          <pc:sldMk cId="2576581210" sldId="2921"/>
        </pc:sldMkLst>
      </pc:sldChg>
    </pc:docChg>
  </pc:docChgLst>
  <pc:docChgLst>
    <pc:chgData name="Торопова Анастасия Игоревна" userId="S::toropova_ai@archk.ru::ccf55b8b-4c71-4484-9ef8-91a0cbed1e94" providerId="AD" clId="Web-{CF19B605-5C89-0236-5230-6FBAB8281A99}"/>
    <pc:docChg chg="modSld">
      <pc:chgData name="Торопова Анастасия Игоревна" userId="S::toropova_ai@archk.ru::ccf55b8b-4c71-4484-9ef8-91a0cbed1e94" providerId="AD" clId="Web-{CF19B605-5C89-0236-5230-6FBAB8281A99}" dt="2023-01-23T11:20:59.928" v="3" actId="20577"/>
      <pc:docMkLst>
        <pc:docMk/>
      </pc:docMkLst>
      <pc:sldChg chg="modSp">
        <pc:chgData name="Торопова Анастасия Игоревна" userId="S::toropova_ai@archk.ru::ccf55b8b-4c71-4484-9ef8-91a0cbed1e94" providerId="AD" clId="Web-{CF19B605-5C89-0236-5230-6FBAB8281A99}" dt="2023-01-23T11:20:59.928" v="3" actId="20577"/>
        <pc:sldMkLst>
          <pc:docMk/>
          <pc:sldMk cId="0" sldId="269"/>
        </pc:sldMkLst>
      </pc:sldChg>
    </pc:docChg>
  </pc:docChgLst>
  <pc:docChgLst>
    <pc:chgData name="Осман Александра Андреевна" userId="9ea0fd41-4bea-43af-917c-810d1a191fb8" providerId="ADAL" clId="{10E0139D-A8A8-4098-8186-64F9EA439320}"/>
    <pc:docChg chg="undo custSel modSld">
      <pc:chgData name="Осман Александра Андреевна" userId="9ea0fd41-4bea-43af-917c-810d1a191fb8" providerId="ADAL" clId="{10E0139D-A8A8-4098-8186-64F9EA439320}" dt="2025-09-11T13:56:16.640" v="65" actId="1076"/>
      <pc:docMkLst>
        <pc:docMk/>
      </pc:docMkLst>
      <pc:sldChg chg="addSp delSp modSp mod">
        <pc:chgData name="Осман Александра Андреевна" userId="9ea0fd41-4bea-43af-917c-810d1a191fb8" providerId="ADAL" clId="{10E0139D-A8A8-4098-8186-64F9EA439320}" dt="2025-09-11T13:56:16.640" v="65" actId="1076"/>
        <pc:sldMkLst>
          <pc:docMk/>
          <pc:sldMk cId="2576581210" sldId="2921"/>
        </pc:sldMkLst>
        <pc:spChg chg="del">
          <ac:chgData name="Осман Александра Андреевна" userId="9ea0fd41-4bea-43af-917c-810d1a191fb8" providerId="ADAL" clId="{10E0139D-A8A8-4098-8186-64F9EA439320}" dt="2025-09-11T13:55:52.261" v="58" actId="478"/>
          <ac:spMkLst>
            <pc:docMk/>
            <pc:sldMk cId="2576581210" sldId="2921"/>
            <ac:spMk id="2" creationId="{2EBAF0B3-2FC9-52FF-577B-89F37070AFB2}"/>
          </ac:spMkLst>
        </pc:spChg>
        <pc:spChg chg="add mod">
          <ac:chgData name="Осман Александра Андреевна" userId="9ea0fd41-4bea-43af-917c-810d1a191fb8" providerId="ADAL" clId="{10E0139D-A8A8-4098-8186-64F9EA439320}" dt="2025-09-11T13:56:16.640" v="65" actId="1076"/>
          <ac:spMkLst>
            <pc:docMk/>
            <pc:sldMk cId="2576581210" sldId="2921"/>
            <ac:spMk id="4" creationId="{8B279BCB-501A-D343-A3D4-02B38C147F28}"/>
          </ac:spMkLst>
        </pc:spChg>
        <pc:spChg chg="mod">
          <ac:chgData name="Осман Александра Андреевна" userId="9ea0fd41-4bea-43af-917c-810d1a191fb8" providerId="ADAL" clId="{10E0139D-A8A8-4098-8186-64F9EA439320}" dt="2025-09-11T13:52:03.189" v="56" actId="108"/>
          <ac:spMkLst>
            <pc:docMk/>
            <pc:sldMk cId="2576581210" sldId="2921"/>
            <ac:spMk id="18" creationId="{C22A9093-B536-0C7C-66A6-D7E6C502B6BF}"/>
          </ac:spMkLst>
        </pc:spChg>
        <pc:spChg chg="del mod">
          <ac:chgData name="Осман Александра Андреевна" userId="9ea0fd41-4bea-43af-917c-810d1a191fb8" providerId="ADAL" clId="{10E0139D-A8A8-4098-8186-64F9EA439320}" dt="2025-09-11T13:56:07.888" v="63" actId="478"/>
          <ac:spMkLst>
            <pc:docMk/>
            <pc:sldMk cId="2576581210" sldId="2921"/>
            <ac:spMk id="22" creationId="{2DA770F5-F2CA-55AC-778A-B5D8C40637E9}"/>
          </ac:spMkLst>
        </pc:spChg>
        <pc:spChg chg="mod">
          <ac:chgData name="Осман Александра Андреевна" userId="9ea0fd41-4bea-43af-917c-810d1a191fb8" providerId="ADAL" clId="{10E0139D-A8A8-4098-8186-64F9EA439320}" dt="2025-09-11T13:48:29.278" v="22" actId="3064"/>
          <ac:spMkLst>
            <pc:docMk/>
            <pc:sldMk cId="2576581210" sldId="2921"/>
            <ac:spMk id="640" creationId="{00000000-0000-0000-0000-000000000000}"/>
          </ac:spMkLst>
        </pc:spChg>
        <pc:picChg chg="add mod">
          <ac:chgData name="Осман Александра Андреевна" userId="9ea0fd41-4bea-43af-917c-810d1a191fb8" providerId="ADAL" clId="{10E0139D-A8A8-4098-8186-64F9EA439320}" dt="2025-09-11T13:55:57.223" v="61" actId="1076"/>
          <ac:picMkLst>
            <pc:docMk/>
            <pc:sldMk cId="2576581210" sldId="2921"/>
            <ac:picMk id="3" creationId="{3E478C26-47B5-F6BA-9A3D-CB5CAAC6F0B7}"/>
          </ac:picMkLst>
        </pc:picChg>
      </pc:sldChg>
    </pc:docChg>
  </pc:docChgLst>
  <pc:docChgLst>
    <pc:chgData name="Дмитриев Федор" userId="S::dmitriev_fr@archk.ru::46b52d77-667a-4132-a5fa-3abe87f4a430" providerId="AD" clId="Web-{9C035472-5A33-C2FB-A233-17A76D6F8947}"/>
    <pc:docChg chg="modSld">
      <pc:chgData name="Дмитриев Федор" userId="S::dmitriev_fr@archk.ru::46b52d77-667a-4132-a5fa-3abe87f4a430" providerId="AD" clId="Web-{9C035472-5A33-C2FB-A233-17A76D6F8947}" dt="2021-12-08T06:02:02.289" v="1" actId="20577"/>
      <pc:docMkLst>
        <pc:docMk/>
      </pc:docMkLst>
      <pc:sldChg chg="modSp">
        <pc:chgData name="Дмитриев Федор" userId="S::dmitriev_fr@archk.ru::46b52d77-667a-4132-a5fa-3abe87f4a430" providerId="AD" clId="Web-{9C035472-5A33-C2FB-A233-17A76D6F8947}" dt="2021-12-08T06:02:02.289" v="1" actId="20577"/>
        <pc:sldMkLst>
          <pc:docMk/>
          <pc:sldMk cId="2063599093" sldId="2833"/>
        </pc:sldMkLst>
      </pc:sldChg>
    </pc:docChg>
  </pc:docChgLst>
  <pc:docChgLst>
    <pc:chgData name="Мазур Егор Антонович" userId="81be87f9-45b0-412a-b5b6-0617d339ddbb" providerId="ADAL" clId="{F3B3F663-3F26-4FCE-BFD4-21ADE7A69837}"/>
    <pc:docChg chg="undo custSel addSld modSld">
      <pc:chgData name="Мазур Егор Антонович" userId="81be87f9-45b0-412a-b5b6-0617d339ddbb" providerId="ADAL" clId="{F3B3F663-3F26-4FCE-BFD4-21ADE7A69837}" dt="2022-08-10T09:15:32.710" v="64" actId="20577"/>
      <pc:docMkLst>
        <pc:docMk/>
      </pc:docMkLst>
      <pc:sldChg chg="addSp delSp modSp add mod">
        <pc:chgData name="Мазур Егор Антонович" userId="81be87f9-45b0-412a-b5b6-0617d339ddbb" providerId="ADAL" clId="{F3B3F663-3F26-4FCE-BFD4-21ADE7A69837}" dt="2022-08-10T09:15:32.710" v="64" actId="20577"/>
        <pc:sldMkLst>
          <pc:docMk/>
          <pc:sldMk cId="1895345874" sldId="2920"/>
        </pc:sldMkLst>
      </pc:sldChg>
    </pc:docChg>
  </pc:docChgLst>
  <pc:docChgLst>
    <pc:chgData name="Хлебников Александр Владимирович" userId="aa04f379-56ca-41a9-b4db-ca513a1197d2" providerId="ADAL" clId="{A64D1C94-9EED-468B-86C8-C8BF04E0F505}"/>
    <pc:docChg chg="custSel modSld">
      <pc:chgData name="Хлебников Александр Владимирович" userId="aa04f379-56ca-41a9-b4db-ca513a1197d2" providerId="ADAL" clId="{A64D1C94-9EED-468B-86C8-C8BF04E0F505}" dt="2024-09-23T15:21:04.421" v="497" actId="20577"/>
      <pc:docMkLst>
        <pc:docMk/>
      </pc:docMkLst>
      <pc:sldChg chg="modSp mod">
        <pc:chgData name="Хлебников Александр Владимирович" userId="aa04f379-56ca-41a9-b4db-ca513a1197d2" providerId="ADAL" clId="{A64D1C94-9EED-468B-86C8-C8BF04E0F505}" dt="2024-09-23T15:21:04.421" v="497" actId="20577"/>
        <pc:sldMkLst>
          <pc:docMk/>
          <pc:sldMk cId="1895345874" sldId="2920"/>
        </pc:sldMkLst>
      </pc:sldChg>
    </pc:docChg>
  </pc:docChgLst>
  <pc:docChgLst>
    <pc:chgData name="Семенов Роман Анатольевич" userId="bc1ad448-9b53-4a0a-b900-d9bec8823265" providerId="ADAL" clId="{CB51A2D6-24DF-42C5-928A-A322D315BEBA}"/>
    <pc:docChg chg="undo custSel modSld">
      <pc:chgData name="Семенов Роман Анатольевич" userId="bc1ad448-9b53-4a0a-b900-d9bec8823265" providerId="ADAL" clId="{CB51A2D6-24DF-42C5-928A-A322D315BEBA}" dt="2023-02-13T11:27:24.828" v="9" actId="20577"/>
      <pc:docMkLst>
        <pc:docMk/>
      </pc:docMkLst>
      <pc:sldChg chg="modSp mod">
        <pc:chgData name="Семенов Роман Анатольевич" userId="bc1ad448-9b53-4a0a-b900-d9bec8823265" providerId="ADAL" clId="{CB51A2D6-24DF-42C5-928A-A322D315BEBA}" dt="2023-02-13T11:27:24.828" v="9" actId="20577"/>
        <pc:sldMkLst>
          <pc:docMk/>
          <pc:sldMk cId="0" sldId="269"/>
        </pc:sldMkLst>
      </pc:sldChg>
    </pc:docChg>
  </pc:docChgLst>
  <pc:docChgLst>
    <pc:chgData name="Торопова Анастасия Игоревна" userId="95aaafd3-aa7c-492f-a7df-a919cb5b5516" providerId="ADAL" clId="{6A59EE78-E3C6-8F45-9F99-91600CC108BF}"/>
    <pc:docChg chg="undo custSel modSld">
      <pc:chgData name="Торопова Анастасия Игоревна" userId="95aaafd3-aa7c-492f-a7df-a919cb5b5516" providerId="ADAL" clId="{6A59EE78-E3C6-8F45-9F99-91600CC108BF}" dt="2024-09-23T08:27:07.997" v="51" actId="1035"/>
      <pc:docMkLst>
        <pc:docMk/>
      </pc:docMkLst>
      <pc:sldChg chg="modSp mod">
        <pc:chgData name="Торопова Анастасия Игоревна" userId="95aaafd3-aa7c-492f-a7df-a919cb5b5516" providerId="ADAL" clId="{6A59EE78-E3C6-8F45-9F99-91600CC108BF}" dt="2024-09-23T08:27:07.997" v="51" actId="1035"/>
        <pc:sldMkLst>
          <pc:docMk/>
          <pc:sldMk cId="1895345874" sldId="2920"/>
        </pc:sldMkLst>
      </pc:sldChg>
    </pc:docChg>
  </pc:docChgLst>
  <pc:docChgLst>
    <pc:chgData name="Левкина Наталья" userId="430a77c7-2aa0-412b-9874-6952fe3919bd" providerId="ADAL" clId="{7527D0F8-2351-409E-85E7-502C43E78A01}"/>
    <pc:docChg chg="undo custSel modSld">
      <pc:chgData name="Левкина Наталья" userId="430a77c7-2aa0-412b-9874-6952fe3919bd" providerId="ADAL" clId="{7527D0F8-2351-409E-85E7-502C43E78A01}" dt="2021-08-02T17:09:20.761" v="1355" actId="20577"/>
      <pc:docMkLst>
        <pc:docMk/>
      </pc:docMkLst>
      <pc:sldChg chg="addSp delSp modSp mod modNotesTx">
        <pc:chgData name="Левкина Наталья" userId="430a77c7-2aa0-412b-9874-6952fe3919bd" providerId="ADAL" clId="{7527D0F8-2351-409E-85E7-502C43E78A01}" dt="2021-08-02T17:09:20.761" v="1355" actId="20577"/>
        <pc:sldMkLst>
          <pc:docMk/>
          <pc:sldMk cId="2063599093" sldId="2833"/>
        </pc:sldMkLst>
      </pc:sldChg>
    </pc:docChg>
  </pc:docChgLst>
  <pc:docChgLst>
    <pc:chgData name="Лёвкина Наталья" userId="430a77c7-2aa0-412b-9874-6952fe3919bd" providerId="ADAL" clId="{4515FCFC-E112-4B7F-8326-2C9D2D100D63}"/>
    <pc:docChg chg="modSld">
      <pc:chgData name="Лёвкина Наталья" userId="430a77c7-2aa0-412b-9874-6952fe3919bd" providerId="ADAL" clId="{4515FCFC-E112-4B7F-8326-2C9D2D100D63}" dt="2023-02-13T08:37:35.579" v="48" actId="20577"/>
      <pc:docMkLst>
        <pc:docMk/>
      </pc:docMkLst>
      <pc:sldChg chg="modSp mod">
        <pc:chgData name="Лёвкина Наталья" userId="430a77c7-2aa0-412b-9874-6952fe3919bd" providerId="ADAL" clId="{4515FCFC-E112-4B7F-8326-2C9D2D100D63}" dt="2023-02-13T08:37:35.579" v="48" actId="2057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678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09.10.2025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3599526" y="1272037"/>
            <a:ext cx="68259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400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ОКВЭД 31.09 Производство прочей мебели, кроме встроенной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395712" y="1878957"/>
            <a:ext cx="8608529" cy="8263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/>
          <a:p>
            <a:pPr marL="33866" indent="0">
              <a:lnSpc>
                <a:spcPct val="100000"/>
              </a:lnSpc>
              <a:buNone/>
            </a:pPr>
            <a:r>
              <a:rPr lang="ru-RU" sz="1867" b="1" dirty="0">
                <a:solidFill>
                  <a:schemeClr val="bg1"/>
                </a:solidFill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ОПТИМИЗАЦИЯ ПРОИЗВОДСТВА ДВЕРНЫХ БЛОКОВ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chemeClr val="bg1"/>
                </a:solidFill>
                <a:latin typeface="Montserrat Medium" pitchFamily="2" charset="0"/>
                <a:ea typeface="Montserrat Medium"/>
                <a:cs typeface="Montserrat Medium"/>
                <a:sym typeface="Montserrat Medium"/>
              </a:rPr>
              <a:t>Пилотный поток:</a:t>
            </a:r>
            <a:endParaRPr sz="1533">
              <a:solidFill>
                <a:schemeClr val="bg1"/>
              </a:solidFill>
              <a:latin typeface="Montserrat Medium" pitchFamily="2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610218" y="3001215"/>
            <a:ext cx="7843736" cy="7790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655" indent="0">
              <a:buNone/>
              <a:defRPr/>
            </a:pPr>
            <a:r>
              <a:rPr lang="ru-RU" sz="1700" dirty="0">
                <a:latin typeface="Montserrat"/>
                <a:ea typeface="Open Sans"/>
                <a:cs typeface="Open Sans"/>
              </a:rPr>
              <a:t>Автоматизирован процесс закупок, снижен объем склада на 10млн</a:t>
            </a:r>
          </a:p>
          <a:p>
            <a:pPr marL="0" indent="0">
              <a:spcBef>
                <a:spcPts val="300"/>
              </a:spcBef>
              <a:buClr>
                <a:srgbClr val="7F7F7F"/>
              </a:buClr>
              <a:buSzPts val="1125"/>
              <a:buNone/>
            </a:pPr>
            <a:endParaRPr sz="1733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54756" y="2705304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257671" y="2752754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C87CCD5-5D3A-D922-FDE3-B19FEE28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800135" y="3022293"/>
            <a:ext cx="7081300" cy="6858000"/>
          </a:xfrm>
          <a:prstGeom prst="rect">
            <a:avLst/>
          </a:prstGeom>
        </p:spPr>
      </p:pic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7B05325-7B95-FC98-2AE7-2758C48A8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835" y="3744231"/>
            <a:ext cx="70813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301997" y="3250224"/>
            <a:ext cx="4007203" cy="320106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+ 17 %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b="1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- 57 %</a:t>
            </a:r>
          </a:p>
          <a:p>
            <a:r>
              <a:rPr lang="ru-RU" sz="1467" dirty="0">
                <a:latin typeface="Montserrat"/>
              </a:rPr>
              <a:t>незавершенное производство </a:t>
            </a:r>
            <a:br>
              <a:rPr lang="ru-RU" sz="1467" dirty="0">
                <a:latin typeface="Montserrat"/>
              </a:rPr>
            </a:br>
            <a:r>
              <a:rPr lang="ru-RU" sz="1467" dirty="0">
                <a:latin typeface="Montserrat"/>
              </a:rPr>
              <a:t>в потоке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- 14 %</a:t>
            </a:r>
          </a:p>
          <a:p>
            <a:r>
              <a:rPr lang="ru-RU" sz="1467" dirty="0">
                <a:latin typeface="Montserrat"/>
              </a:rPr>
              <a:t>время протекания процесса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636591" y="895950"/>
            <a:ext cx="4160159" cy="7479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1244" rIns="162533" bIns="81244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</a:rPr>
              <a:t>ООО «</a:t>
            </a:r>
            <a:r>
              <a:rPr lang="ru-RU" sz="2000" b="1" dirty="0" err="1">
                <a:solidFill>
                  <a:srgbClr val="094697"/>
                </a:solidFill>
                <a:latin typeface="Montserrat"/>
                <a:ea typeface="Open Sans"/>
                <a:cs typeface="Open Sans"/>
              </a:rPr>
              <a:t>ДизайнИнвест</a:t>
            </a: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</a:rPr>
              <a:t>»</a:t>
            </a:r>
            <a:b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</a:rPr>
            </a:br>
            <a:r>
              <a:rPr lang="ru-RU" sz="2000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2000" dirty="0">
              <a:solidFill>
                <a:srgbClr val="094697"/>
              </a:solidFill>
              <a:latin typeface="Montserrat"/>
              <a:ea typeface="Open Sans"/>
              <a:cs typeface="Open Sans"/>
            </a:endParaRP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8B279BCB-501A-D343-A3D4-02B38C147F28}"/>
              </a:ext>
            </a:extLst>
          </p:cNvPr>
          <p:cNvSpPr txBox="1">
            <a:spLocks/>
          </p:cNvSpPr>
          <p:nvPr/>
        </p:nvSpPr>
        <p:spPr>
          <a:xfrm>
            <a:off x="3074288" y="3713532"/>
            <a:ext cx="5004748" cy="2554547"/>
          </a:xfrm>
          <a:prstGeom prst="rect">
            <a:avLst/>
          </a:prstGeom>
        </p:spPr>
        <p:txBody>
          <a:bodyPr vert="horz" wrap="square" lIns="121920" tIns="60961" rIns="121920" bIns="6096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14680" indent="-456565" defTabSz="162551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Произведена </a:t>
            </a:r>
            <a:r>
              <a:rPr lang="ru-RU" dirty="0" err="1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перебалансировка</a:t>
            </a: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 работы между операторами, что позволило увеличить выработку на участке на 20</a:t>
            </a:r>
            <a:r>
              <a:rPr lang="en-US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endParaRPr lang="ru-RU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614680" indent="-456565" defTabSz="162551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Упрощение конструктива изделия</a:t>
            </a:r>
            <a:r>
              <a:rPr lang="en-US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 </a:t>
            </a: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(сота в размер, убраны «лишние</a:t>
            </a:r>
            <a:r>
              <a:rPr lang="ru-RU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» перегородки) </a:t>
            </a: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позволило увеличить выработку на 15</a:t>
            </a:r>
            <a:r>
              <a:rPr lang="en-US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endParaRPr lang="ru-RU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pPr marL="614680" indent="-456565" defTabSz="1625519" fontAlgn="base"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ru-RU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Проектирование и дальнейшее изготовление специального профиля для фиксации оконных проемов позволило сократить НЗП на 40</a:t>
            </a:r>
            <a:r>
              <a:rPr lang="en-US" dirty="0">
                <a:solidFill>
                  <a:schemeClr val="tx1"/>
                </a:solidFill>
                <a:latin typeface="Montserrat"/>
                <a:ea typeface="Open Sans"/>
                <a:cs typeface="Open Sans"/>
              </a:rPr>
              <a:t>%</a:t>
            </a:r>
            <a:endParaRPr lang="ru-RU" dirty="0">
              <a:solidFill>
                <a:schemeClr val="tx1"/>
              </a:solidFill>
              <a:latin typeface="Montserrat"/>
              <a:ea typeface="Open Sans"/>
              <a:cs typeface="Open Sans"/>
            </a:endParaRPr>
          </a:p>
          <a:p>
            <a:endParaRPr lang="ru-RU" sz="1800" dirty="0">
              <a:solidFill>
                <a:srgbClr val="00A2E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Рисунок 4" descr="Изображение выглядит как строительство, текст, Напольное покрытие, сте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770164-06A1-2352-DB2B-C29873629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26" y="3569400"/>
            <a:ext cx="2421245" cy="298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81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22AD9B-4C01-4FF5-B5A7-6C4688D45814}">
  <ds:schemaRefs>
    <ds:schemaRef ds:uri="11a6046c-63f1-4c80-a521-ef7ae251e897"/>
    <ds:schemaRef ds:uri="4040dfa8-117b-4bd2-b9a9-a5a7d75514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41C8AA-C8DC-4FBD-8AE1-B78BD174F2CD}">
  <ds:schemaRefs>
    <ds:schemaRef ds:uri="11a6046c-63f1-4c80-a521-ef7ae251e897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4040dfa8-117b-4bd2-b9a9-a5a7d75514f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112</Words>
  <Application>Microsoft Macintosh PowerPoint</Application>
  <PresentationFormat>Широкоэкранный</PresentationFormat>
  <Paragraphs>19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«Ферроприбор»  Санкт-Петербург</dc:title>
  <dc:creator>Левкина Наталья</dc:creator>
  <cp:lastModifiedBy>Слиньков Александр</cp:lastModifiedBy>
  <cp:revision>5</cp:revision>
  <dcterms:created xsi:type="dcterms:W3CDTF">2021-08-02T16:17:08Z</dcterms:created>
  <dcterms:modified xsi:type="dcterms:W3CDTF">2025-10-09T13:33:55Z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