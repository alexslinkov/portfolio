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3051" r:id="rId5"/>
  </p:sldIdLst>
  <p:sldSz cx="9144000" cy="5143500" type="screen16x9"/>
  <p:notesSz cx="6858000" cy="9144000"/>
  <p:embeddedFontLst>
    <p:embeddedFont>
      <p:font typeface="Montserrat" pitchFamily="2" charset="0"/>
      <p:regular r:id="rId7"/>
      <p:bold r:id="rId8"/>
      <p:italic r:id="rId9"/>
      <p:boldItalic r:id="rId10"/>
    </p:embeddedFont>
    <p:embeddedFont>
      <p:font typeface="Montserrat ExtraBold" pitchFamily="2" charset="0"/>
      <p:bold r:id="rId11"/>
      <p:italic r:id="rId12"/>
      <p:boldItalic r:id="rId13"/>
    </p:embeddedFont>
    <p:embeddedFont>
      <p:font typeface="Montserrat Medium" pitchFamily="2" charset="0"/>
      <p:regular r:id="rId14"/>
      <p: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2981" userDrawn="1">
          <p15:clr>
            <a:srgbClr val="A4A3A4"/>
          </p15:clr>
        </p15:guide>
        <p15:guide id="5" pos="340" userDrawn="1">
          <p15:clr>
            <a:srgbClr val="A4A3A4"/>
          </p15:clr>
        </p15:guide>
        <p15:guide id="6" pos="542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guR8gb2A1wM6OPMo88uz8AKXofG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521BC0-6F7C-3658-B6B6-A0D9878F0AD4}" name="Басанцова Надежда Викторовна" initials="НБ" userId="S::basancova_nv@archk.ru::a4a22c46-708d-46f4-a9a6-2f1df98224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A1"/>
    <a:srgbClr val="0068D0"/>
    <a:srgbClr val="094697"/>
    <a:srgbClr val="4FA7FF"/>
    <a:srgbClr val="7CD6B9"/>
    <a:srgbClr val="E62720"/>
    <a:srgbClr val="FB542A"/>
    <a:srgbClr val="FBD554"/>
    <a:srgbClr val="3BABFF"/>
    <a:srgbClr val="00A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DAA7B-8E3F-274B-8077-21E1DE668D74}" v="1" dt="2026-01-21T11:48:15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59384" autoAdjust="0"/>
  </p:normalViewPr>
  <p:slideViewPr>
    <p:cSldViewPr snapToGrid="0">
      <p:cViewPr varScale="1">
        <p:scale>
          <a:sx n="77" d="100"/>
          <a:sy n="77" d="100"/>
        </p:scale>
        <p:origin x="200" y="368"/>
      </p:cViewPr>
      <p:guideLst>
        <p:guide orient="horz" pos="1597"/>
        <p:guide pos="2880"/>
        <p:guide orient="horz" pos="259"/>
        <p:guide orient="horz" pos="2981"/>
        <p:guide pos="340"/>
        <p:guide pos="5420"/>
      </p:guideLst>
    </p:cSldViewPr>
  </p:slideViewPr>
  <p:notesTextViewPr>
    <p:cViewPr>
      <p:scale>
        <a:sx n="1" d="1"/>
        <a:sy n="1" d="1"/>
      </p:scale>
      <p:origin x="0" y="-2096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customXml" Target="../customXml/item3.xml"/><Relationship Id="rId21" Type="http://schemas.openxmlformats.org/officeDocument/2006/relationships/font" Target="fonts/font15.fntdata"/><Relationship Id="rId84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79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82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81" Type="http://schemas.openxmlformats.org/officeDocument/2006/relationships/viewProps" Target="viewProps.xml"/><Relationship Id="rId86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8" Type="http://schemas.openxmlformats.org/officeDocument/2006/relationships/font" Target="fonts/font2.fntdata"/><Relationship Id="rId80" Type="http://schemas.openxmlformats.org/officeDocument/2006/relationships/presProps" Target="presProps.xml"/><Relationship Id="rId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ёвкина Наталья" userId="045cc528-69ee-4f09-8816-a81e3b02b284" providerId="ADAL" clId="{D66E370F-6115-4DC2-8DC0-22FA946A5D8D}"/>
    <pc:docChg chg="undo custSel addSld modSld sldOrd">
      <pc:chgData name="Лёвкина Наталья" userId="045cc528-69ee-4f09-8816-a81e3b02b284" providerId="ADAL" clId="{D66E370F-6115-4DC2-8DC0-22FA946A5D8D}" dt="2023-12-22T07:14:07.610" v="88" actId="404"/>
      <pc:docMkLst>
        <pc:docMk/>
      </pc:docMkLst>
      <pc:sldChg chg="modSp mod">
        <pc:chgData name="Лёвкина Наталья" userId="045cc528-69ee-4f09-8816-a81e3b02b284" providerId="ADAL" clId="{D66E370F-6115-4DC2-8DC0-22FA946A5D8D}" dt="2023-12-22T07:13:48.376" v="82" actId="21"/>
        <pc:sldMkLst>
          <pc:docMk/>
          <pc:sldMk cId="1549096448" sldId="2909"/>
        </pc:sldMkLst>
      </pc:sldChg>
      <pc:sldChg chg="modSp mod">
        <pc:chgData name="Лёвкина Наталья" userId="045cc528-69ee-4f09-8816-a81e3b02b284" providerId="ADAL" clId="{D66E370F-6115-4DC2-8DC0-22FA946A5D8D}" dt="2023-12-22T07:14:07.610" v="88" actId="404"/>
        <pc:sldMkLst>
          <pc:docMk/>
          <pc:sldMk cId="11345562" sldId="3003"/>
        </pc:sldMkLst>
      </pc:sldChg>
      <pc:sldChg chg="addSp delSp modSp add mod ord">
        <pc:chgData name="Лёвкина Наталья" userId="045cc528-69ee-4f09-8816-a81e3b02b284" providerId="ADAL" clId="{D66E370F-6115-4DC2-8DC0-22FA946A5D8D}" dt="2023-12-22T07:13:34.581" v="80" actId="13926"/>
        <pc:sldMkLst>
          <pc:docMk/>
          <pc:sldMk cId="2867832836" sldId="3021"/>
        </pc:sldMkLst>
      </pc:sldChg>
    </pc:docChg>
  </pc:docChgLst>
  <pc:docChgLst>
    <pc:chgData name="Торопова Анастасия Игоревна" userId="95aaafd3-aa7c-492f-a7df-a919cb5b5516" providerId="ADAL" clId="{1FEF47D8-67D8-4903-9EAC-474F6DA32C08}"/>
    <pc:docChg chg="custSel modSld modMainMaster">
      <pc:chgData name="Торопова Анастасия Игоревна" userId="95aaafd3-aa7c-492f-a7df-a919cb5b5516" providerId="ADAL" clId="{1FEF47D8-67D8-4903-9EAC-474F6DA32C08}" dt="2023-12-22T12:20:19.147" v="41" actId="14826"/>
      <pc:docMkLst>
        <pc:docMk/>
      </pc:docMkLst>
      <pc:sldChg chg="setBg">
        <pc:chgData name="Торопова Анастасия Игоревна" userId="95aaafd3-aa7c-492f-a7df-a919cb5b5516" providerId="ADAL" clId="{1FEF47D8-67D8-4903-9EAC-474F6DA32C08}" dt="2023-12-22T12:11:46.164" v="8"/>
        <pc:sldMkLst>
          <pc:docMk/>
          <pc:sldMk cId="2412046183" sldId="288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4:44.996" v="12"/>
        <pc:sldMkLst>
          <pc:docMk/>
          <pc:sldMk cId="915579831" sldId="2813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1:27.861" v="6"/>
        <pc:sldMkLst>
          <pc:docMk/>
          <pc:sldMk cId="1549096448" sldId="2909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7:36.516" v="26" actId="14826"/>
        <pc:sldMkLst>
          <pc:docMk/>
          <pc:sldMk cId="3032043326" sldId="2912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01.027" v="28" actId="14826"/>
        <pc:sldMkLst>
          <pc:docMk/>
          <pc:sldMk cId="1307807399" sldId="2995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12.071" v="29" actId="14826"/>
        <pc:sldMkLst>
          <pc:docMk/>
          <pc:sldMk cId="399098417" sldId="2996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21.531" v="30" actId="14826"/>
        <pc:sldMkLst>
          <pc:docMk/>
          <pc:sldMk cId="1960742238" sldId="2997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51.776" v="33" actId="14826"/>
        <pc:sldMkLst>
          <pc:docMk/>
          <pc:sldMk cId="1428704274" sldId="2999"/>
        </pc:sldMkLst>
      </pc:sldChg>
      <pc:sldChg chg="setBg">
        <pc:chgData name="Торопова Анастасия Игоревна" userId="95aaafd3-aa7c-492f-a7df-a919cb5b5516" providerId="ADAL" clId="{1FEF47D8-67D8-4903-9EAC-474F6DA32C08}" dt="2023-12-22T12:11:59.257" v="10"/>
        <pc:sldMkLst>
          <pc:docMk/>
          <pc:sldMk cId="11345562" sldId="3003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39.159" v="37" actId="14826"/>
        <pc:sldMkLst>
          <pc:docMk/>
          <pc:sldMk cId="1593684467" sldId="3007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00.303" v="39" actId="14826"/>
        <pc:sldMkLst>
          <pc:docMk/>
          <pc:sldMk cId="966360407" sldId="3009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31.265" v="36" actId="14826"/>
        <pc:sldMkLst>
          <pc:docMk/>
          <pc:sldMk cId="2181797731" sldId="3010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31.649" v="31" actId="14826"/>
        <pc:sldMkLst>
          <pc:docMk/>
          <pc:sldMk cId="704530336" sldId="3011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52.193" v="38" actId="14826"/>
        <pc:sldMkLst>
          <pc:docMk/>
          <pc:sldMk cId="1532237897" sldId="3012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20.334" v="35" actId="14826"/>
        <pc:sldMkLst>
          <pc:docMk/>
          <pc:sldMk cId="270427036" sldId="3013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9:08.519" v="34" actId="14826"/>
        <pc:sldMkLst>
          <pc:docMk/>
          <pc:sldMk cId="1060707554" sldId="3014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8:43.580" v="32" actId="14826"/>
        <pc:sldMkLst>
          <pc:docMk/>
          <pc:sldMk cId="409296608" sldId="3015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17:49.125" v="27" actId="14826"/>
        <pc:sldMkLst>
          <pc:docMk/>
          <pc:sldMk cId="1135473347" sldId="3016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09.581" v="40" actId="14826"/>
        <pc:sldMkLst>
          <pc:docMk/>
          <pc:sldMk cId="1205238135" sldId="3018"/>
        </pc:sldMkLst>
      </pc:sldChg>
      <pc:sldChg chg="modSp">
        <pc:chgData name="Торопова Анастасия Игоревна" userId="95aaafd3-aa7c-492f-a7df-a919cb5b5516" providerId="ADAL" clId="{1FEF47D8-67D8-4903-9EAC-474F6DA32C08}" dt="2023-12-22T12:20:19.147" v="41" actId="14826"/>
        <pc:sldMkLst>
          <pc:docMk/>
          <pc:sldMk cId="1049940160" sldId="3019"/>
        </pc:sldMkLst>
      </pc:sldChg>
      <pc:sldChg chg="addSp delSp modSp mod">
        <pc:chgData name="Торопова Анастасия Игоревна" userId="95aaafd3-aa7c-492f-a7df-a919cb5b5516" providerId="ADAL" clId="{1FEF47D8-67D8-4903-9EAC-474F6DA32C08}" dt="2023-12-22T12:17:15.068" v="25" actId="14826"/>
        <pc:sldMkLst>
          <pc:docMk/>
          <pc:sldMk cId="2867832836" sldId="3021"/>
        </pc:sldMkLst>
      </pc:sldChg>
      <pc:sldMasterChg chg="modSldLayout">
        <pc:chgData name="Торопова Анастасия Игоревна" userId="95aaafd3-aa7c-492f-a7df-a919cb5b5516" providerId="ADAL" clId="{1FEF47D8-67D8-4903-9EAC-474F6DA32C08}" dt="2023-12-22T12:08:56.444" v="0"/>
        <pc:sldMasterMkLst>
          <pc:docMk/>
          <pc:sldMasterMk cId="0" sldId="2147483648"/>
        </pc:sldMasterMkLst>
        <pc:sldLayoutChg chg="delSp">
          <pc:chgData name="Торопова Анастасия Игоревна" userId="95aaafd3-aa7c-492f-a7df-a919cb5b5516" providerId="ADAL" clId="{1FEF47D8-67D8-4903-9EAC-474F6DA32C08}" dt="2023-12-22T12:08:56.444" v="0"/>
          <pc:sldLayoutMkLst>
            <pc:docMk/>
            <pc:sldMasterMk cId="0" sldId="2147483648"/>
            <pc:sldLayoutMk cId="17226286" sldId="2147483668"/>
          </pc:sldLayoutMkLst>
        </pc:sldLayoutChg>
      </pc:sldMasterChg>
    </pc:docChg>
  </pc:docChgLst>
  <pc:docChgLst>
    <pc:chgData name="Торопова Анастасия Игоревна" userId="95aaafd3-aa7c-492f-a7df-a919cb5b5516" providerId="ADAL" clId="{950C3225-8BA7-1D46-B65F-2A10A243BF1A}"/>
    <pc:docChg chg="modSld">
      <pc:chgData name="Торопова Анастасия Игоревна" userId="95aaafd3-aa7c-492f-a7df-a919cb5b5516" providerId="ADAL" clId="{950C3225-8BA7-1D46-B65F-2A10A243BF1A}" dt="2024-09-04T17:39:51.974" v="6"/>
      <pc:docMkLst>
        <pc:docMk/>
      </pc:docMkLst>
      <pc:sldChg chg="addSp delSp modSp mod">
        <pc:chgData name="Торопова Анастасия Игоревна" userId="95aaafd3-aa7c-492f-a7df-a919cb5b5516" providerId="ADAL" clId="{950C3225-8BA7-1D46-B65F-2A10A243BF1A}" dt="2024-09-04T17:39:37.092" v="2"/>
        <pc:sldMkLst>
          <pc:docMk/>
          <pc:sldMk cId="915579831" sldId="2813"/>
        </pc:sldMkLst>
      </pc:sldChg>
      <pc:sldChg chg="setBg">
        <pc:chgData name="Торопова Анастасия Игоревна" userId="95aaafd3-aa7c-492f-a7df-a919cb5b5516" providerId="ADAL" clId="{950C3225-8BA7-1D46-B65F-2A10A243BF1A}" dt="2024-09-04T17:39:51.974" v="6"/>
        <pc:sldMkLst>
          <pc:docMk/>
          <pc:sldMk cId="11345562" sldId="3003"/>
        </pc:sldMkLst>
      </pc:sldChg>
    </pc:docChg>
  </pc:docChgLst>
  <pc:docChgLst>
    <pc:chgData name="Васильева Светлана Владимировна" userId="57cfb0d8-b2b2-4b7c-80c8-1038acbb6b0d" providerId="ADAL" clId="{C515F1E8-397D-4B78-9606-8D70D3F5F411}"/>
    <pc:docChg chg="custSel modSld">
      <pc:chgData name="Васильева Светлана Владимировна" userId="57cfb0d8-b2b2-4b7c-80c8-1038acbb6b0d" providerId="ADAL" clId="{C515F1E8-397D-4B78-9606-8D70D3F5F411}" dt="2024-12-20T06:23:09.655" v="2" actId="478"/>
      <pc:docMkLst>
        <pc:docMk/>
      </pc:docMkLst>
      <pc:sldChg chg="addSp delSp modSp mod">
        <pc:chgData name="Васильева Светлана Владимировна" userId="57cfb0d8-b2b2-4b7c-80c8-1038acbb6b0d" providerId="ADAL" clId="{C515F1E8-397D-4B78-9606-8D70D3F5F411}" dt="2024-12-20T06:23:09.655" v="2" actId="478"/>
        <pc:sldMkLst>
          <pc:docMk/>
          <pc:sldMk cId="1549096448" sldId="2909"/>
        </pc:sldMkLst>
      </pc:sldChg>
    </pc:docChg>
  </pc:docChgLst>
  <pc:docChgLst>
    <pc:chgData name="Торопова Анастасия Игоревна" userId="95aaafd3-aa7c-492f-a7df-a919cb5b5516" providerId="ADAL" clId="{21D42E57-6C42-534F-9754-87A5399C4943}"/>
    <pc:docChg chg="undo custSel addSld delSld modSld modMainMaster">
      <pc:chgData name="Торопова Анастасия Игоревна" userId="95aaafd3-aa7c-492f-a7df-a919cb5b5516" providerId="ADAL" clId="{21D42E57-6C42-534F-9754-87A5399C4943}" dt="2025-01-09T08:28:22.732" v="110" actId="2696"/>
      <pc:docMkLst>
        <pc:docMk/>
      </pc:docMkLst>
      <pc:sldChg chg="modSp mod setBg">
        <pc:chgData name="Торопова Анастасия Игоревна" userId="95aaafd3-aa7c-492f-a7df-a919cb5b5516" providerId="ADAL" clId="{21D42E57-6C42-534F-9754-87A5399C4943}" dt="2025-01-09T07:51:55.565" v="81" actId="14100"/>
        <pc:sldMkLst>
          <pc:docMk/>
          <pc:sldMk cId="2412046183" sldId="288"/>
        </pc:sldMkLst>
      </pc:sldChg>
      <pc:sldChg chg="setBg">
        <pc:chgData name="Торопова Анастасия Игоревна" userId="95aaafd3-aa7c-492f-a7df-a919cb5b5516" providerId="ADAL" clId="{21D42E57-6C42-534F-9754-87A5399C4943}" dt="2025-01-09T07:46:05.098" v="39"/>
        <pc:sldMkLst>
          <pc:docMk/>
          <pc:sldMk cId="915579831" sldId="281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47.649" v="26" actId="478"/>
        <pc:sldMkLst>
          <pc:docMk/>
          <pc:sldMk cId="3764764565" sldId="2897"/>
        </pc:sldMkLst>
      </pc:sldChg>
      <pc:sldChg chg="modSp mod setBg">
        <pc:chgData name="Торопова Анастасия Игоревна" userId="95aaafd3-aa7c-492f-a7df-a919cb5b5516" providerId="ADAL" clId="{21D42E57-6C42-534F-9754-87A5399C4943}" dt="2025-01-09T07:45:40.588" v="24"/>
        <pc:sldMkLst>
          <pc:docMk/>
          <pc:sldMk cId="1549096448" sldId="290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44.708" v="25" actId="478"/>
        <pc:sldMkLst>
          <pc:docMk/>
          <pc:sldMk cId="3032043326" sldId="2912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23.261" v="72" actId="478"/>
        <pc:sldMkLst>
          <pc:docMk/>
          <pc:sldMk cId="2576581210" sldId="2921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7.055" v="29" actId="478"/>
        <pc:sldMkLst>
          <pc:docMk/>
          <pc:sldMk cId="925396004" sldId="299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09.458" v="40" actId="478"/>
        <pc:sldMkLst>
          <pc:docMk/>
          <pc:sldMk cId="2552990444" sldId="299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11.934" v="41" actId="478"/>
        <pc:sldMkLst>
          <pc:docMk/>
          <pc:sldMk cId="1307807399" sldId="2995"/>
        </pc:sldMkLst>
      </pc:sldChg>
      <pc:sldChg chg="delSp modSp mod">
        <pc:chgData name="Торопова Анастасия Игоревна" userId="95aaafd3-aa7c-492f-a7df-a919cb5b5516" providerId="ADAL" clId="{21D42E57-6C42-534F-9754-87A5399C4943}" dt="2025-01-09T07:59:07.404" v="95" actId="1037"/>
        <pc:sldMkLst>
          <pc:docMk/>
          <pc:sldMk cId="399098417" sldId="299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18.397" v="43" actId="478"/>
        <pc:sldMkLst>
          <pc:docMk/>
          <pc:sldMk cId="1960742238" sldId="299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9.456" v="46" actId="478"/>
        <pc:sldMkLst>
          <pc:docMk/>
          <pc:sldMk cId="1428704274" sldId="2999"/>
        </pc:sldMkLst>
      </pc:sldChg>
      <pc:sldChg chg="modSp del mod setBg">
        <pc:chgData name="Торопова Анастасия Игоревна" userId="95aaafd3-aa7c-492f-a7df-a919cb5b5516" providerId="ADAL" clId="{21D42E57-6C42-534F-9754-87A5399C4943}" dt="2025-01-09T08:28:22.732" v="110" actId="2696"/>
        <pc:sldMkLst>
          <pc:docMk/>
          <pc:sldMk cId="11345562" sldId="300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10.178" v="63" actId="478"/>
        <pc:sldMkLst>
          <pc:docMk/>
          <pc:sldMk cId="267001274" sldId="300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7:00.323" v="56" actId="478"/>
        <pc:sldMkLst>
          <pc:docMk/>
          <pc:sldMk cId="1760405938" sldId="300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1.462" v="50" actId="478"/>
        <pc:sldMkLst>
          <pc:docMk/>
          <pc:sldMk cId="1593684467" sldId="300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7.363" v="52" actId="478"/>
        <pc:sldMkLst>
          <pc:docMk/>
          <pc:sldMk cId="966360407" sldId="300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7.799" v="49" actId="478"/>
        <pc:sldMkLst>
          <pc:docMk/>
          <pc:sldMk cId="2181797731" sldId="3010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2.028" v="44" actId="478"/>
        <pc:sldMkLst>
          <pc:docMk/>
          <pc:sldMk cId="704530336" sldId="3011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44.220" v="51" actId="478"/>
        <pc:sldMkLst>
          <pc:docMk/>
          <pc:sldMk cId="1532237897" sldId="3012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5.120" v="48" actId="478"/>
        <pc:sldMkLst>
          <pc:docMk/>
          <pc:sldMk cId="270427036" sldId="3013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32.050" v="47" actId="478"/>
        <pc:sldMkLst>
          <pc:docMk/>
          <pc:sldMk cId="1060707554" sldId="3014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24.736" v="45" actId="478"/>
        <pc:sldMkLst>
          <pc:docMk/>
          <pc:sldMk cId="409296608" sldId="3015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3.671" v="28" actId="478"/>
        <pc:sldMkLst>
          <pc:docMk/>
          <pc:sldMk cId="1135473347" sldId="3016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5:50.343" v="27" actId="478"/>
        <pc:sldMkLst>
          <pc:docMk/>
          <pc:sldMk cId="1480035467" sldId="3017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0.273" v="53" actId="478"/>
        <pc:sldMkLst>
          <pc:docMk/>
          <pc:sldMk cId="1205238135" sldId="3018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3.294" v="54" actId="478"/>
        <pc:sldMkLst>
          <pc:docMk/>
          <pc:sldMk cId="1049940160" sldId="3019"/>
        </pc:sldMkLst>
      </pc:sldChg>
      <pc:sldChg chg="delSp mod">
        <pc:chgData name="Торопова Анастасия Игоревна" userId="95aaafd3-aa7c-492f-a7df-a919cb5b5516" providerId="ADAL" clId="{21D42E57-6C42-534F-9754-87A5399C4943}" dt="2025-01-09T07:46:57.658" v="55" actId="478"/>
        <pc:sldMkLst>
          <pc:docMk/>
          <pc:sldMk cId="3690361039" sldId="3020"/>
        </pc:sldMkLst>
      </pc:sldChg>
      <pc:sldChg chg="delSp modSp mod setBg">
        <pc:chgData name="Торопова Анастасия Игоревна" userId="95aaafd3-aa7c-492f-a7df-a919cb5b5516" providerId="ADAL" clId="{21D42E57-6C42-534F-9754-87A5399C4943}" dt="2025-01-09T07:49:56.153" v="73" actId="1076"/>
        <pc:sldMkLst>
          <pc:docMk/>
          <pc:sldMk cId="2867832836" sldId="3021"/>
        </pc:sldMkLst>
      </pc:sldChg>
      <pc:sldChg chg="addSp delSp modSp add mod">
        <pc:chgData name="Торопова Анастасия Игоревна" userId="95aaafd3-aa7c-492f-a7df-a919cb5b5516" providerId="ADAL" clId="{21D42E57-6C42-534F-9754-87A5399C4943}" dt="2025-01-09T08:28:08.651" v="109" actId="1076"/>
        <pc:sldMkLst>
          <pc:docMk/>
          <pc:sldMk cId="532459798" sldId="3022"/>
        </pc:sldMkLst>
      </pc:sldChg>
      <pc:sldMasterChg chg="setBg modSldLayout">
        <pc:chgData name="Торопова Анастасия Игоревна" userId="95aaafd3-aa7c-492f-a7df-a919cb5b5516" providerId="ADAL" clId="{21D42E57-6C42-534F-9754-87A5399C4943}" dt="2025-01-09T07:45:30.139" v="16"/>
        <pc:sldMasterMkLst>
          <pc:docMk/>
          <pc:sldMasterMk cId="0" sldId="2147483648"/>
        </pc:sldMasterMkLst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17226286" sldId="2147483667"/>
          </pc:sldLayoutMkLst>
        </pc:sldLayoutChg>
        <pc:sldLayoutChg chg="setBg">
          <pc:chgData name="Торопова Анастасия Игоревна" userId="95aaafd3-aa7c-492f-a7df-a919cb5b5516" providerId="ADAL" clId="{21D42E57-6C42-534F-9754-87A5399C4943}" dt="2025-01-09T07:45:30.139" v="16"/>
          <pc:sldLayoutMkLst>
            <pc:docMk/>
            <pc:sldMasterMk cId="0" sldId="2147483648"/>
            <pc:sldLayoutMk cId="17226286" sldId="2147483668"/>
          </pc:sldLayoutMkLst>
        </pc:sldLayoutChg>
      </pc:sldMasterChg>
    </pc:docChg>
  </pc:docChgLst>
  <pc:docChgLst>
    <pc:chgData name="Торопова Анастасия Игоревна" userId="95aaafd3-aa7c-492f-a7df-a919cb5b5516" providerId="ADAL" clId="{F974BD89-AD8A-E44E-8911-C621FC769E81}"/>
    <pc:docChg chg="addSld delSld modSld">
      <pc:chgData name="Торопова Анастасия Игоревна" userId="95aaafd3-aa7c-492f-a7df-a919cb5b5516" providerId="ADAL" clId="{F974BD89-AD8A-E44E-8911-C621FC769E81}" dt="2025-05-12T12:37:13.428" v="1" actId="2696"/>
      <pc:docMkLst>
        <pc:docMk/>
      </pc:docMkLst>
      <pc:sldChg chg="del">
        <pc:chgData name="Торопова Анастасия Игоревна" userId="95aaafd3-aa7c-492f-a7df-a919cb5b5516" providerId="ADAL" clId="{F974BD89-AD8A-E44E-8911-C621FC769E81}" dt="2025-05-12T12:37:13.428" v="1" actId="2696"/>
        <pc:sldMkLst>
          <pc:docMk/>
          <pc:sldMk cId="267001274" sldId="3004"/>
        </pc:sldMkLst>
      </pc:sldChg>
      <pc:sldChg chg="add">
        <pc:chgData name="Торопова Анастасия Игоревна" userId="95aaafd3-aa7c-492f-a7df-a919cb5b5516" providerId="ADAL" clId="{F974BD89-AD8A-E44E-8911-C621FC769E81}" dt="2025-05-12T12:37:10.033" v="0"/>
        <pc:sldMkLst>
          <pc:docMk/>
          <pc:sldMk cId="1991534781" sldId="3023"/>
        </pc:sldMkLst>
      </pc:sldChg>
    </pc:docChg>
  </pc:docChgLst>
  <pc:docChgLst>
    <pc:chgData name="Слиньков Александр" userId="f941dba7-da57-4f77-9665-9e5fb32f4c5a" providerId="ADAL" clId="{A84DAA7B-8E3F-274B-8077-21E1DE668D74}"/>
    <pc:docChg chg="undo custSel modSld">
      <pc:chgData name="Слиньков Александр" userId="f941dba7-da57-4f77-9665-9e5fb32f4c5a" providerId="ADAL" clId="{A84DAA7B-8E3F-274B-8077-21E1DE668D74}" dt="2026-01-21T12:28:29.355" v="1041" actId="14100"/>
      <pc:docMkLst>
        <pc:docMk/>
      </pc:docMkLst>
      <pc:sldChg chg="addSp delSp modSp mod modNotesTx">
        <pc:chgData name="Слиньков Александр" userId="f941dba7-da57-4f77-9665-9e5fb32f4c5a" providerId="ADAL" clId="{A84DAA7B-8E3F-274B-8077-21E1DE668D74}" dt="2026-01-21T12:28:29.355" v="1041" actId="14100"/>
        <pc:sldMkLst>
          <pc:docMk/>
          <pc:sldMk cId="1535970261" sldId="3051"/>
        </pc:sldMkLst>
        <pc:spChg chg="mod">
          <ac:chgData name="Слиньков Александр" userId="f941dba7-da57-4f77-9665-9e5fb32f4c5a" providerId="ADAL" clId="{A84DAA7B-8E3F-274B-8077-21E1DE668D74}" dt="2026-01-21T12:28:29.355" v="1041" actId="14100"/>
          <ac:spMkLst>
            <pc:docMk/>
            <pc:sldMk cId="1535970261" sldId="3051"/>
            <ac:spMk id="3" creationId="{7123FC8D-3149-B56B-2D1B-CA4264F007F5}"/>
          </ac:spMkLst>
        </pc:spChg>
        <pc:spChg chg="mod">
          <ac:chgData name="Слиньков Александр" userId="f941dba7-da57-4f77-9665-9e5fb32f4c5a" providerId="ADAL" clId="{A84DAA7B-8E3F-274B-8077-21E1DE668D74}" dt="2026-01-21T11:52:40.738" v="95" actId="1076"/>
          <ac:spMkLst>
            <pc:docMk/>
            <pc:sldMk cId="1535970261" sldId="3051"/>
            <ac:spMk id="18" creationId="{C22A9093-B536-0C7C-66A6-D7E6C502B6BF}"/>
          </ac:spMkLst>
        </pc:spChg>
        <pc:spChg chg="mod">
          <ac:chgData name="Слиньков Александр" userId="f941dba7-da57-4f77-9665-9e5fb32f4c5a" providerId="ADAL" clId="{A84DAA7B-8E3F-274B-8077-21E1DE668D74}" dt="2026-01-21T12:01:13.418" v="122" actId="20577"/>
          <ac:spMkLst>
            <pc:docMk/>
            <pc:sldMk cId="1535970261" sldId="3051"/>
            <ac:spMk id="41" creationId="{CE1D24DD-B923-A77A-6F54-AC8CBB150FFA}"/>
          </ac:spMkLst>
        </pc:spChg>
        <pc:spChg chg="mod">
          <ac:chgData name="Слиньков Александр" userId="f941dba7-da57-4f77-9665-9e5fb32f4c5a" providerId="ADAL" clId="{A84DAA7B-8E3F-274B-8077-21E1DE668D74}" dt="2026-01-21T11:53:47.689" v="103" actId="20577"/>
          <ac:spMkLst>
            <pc:docMk/>
            <pc:sldMk cId="1535970261" sldId="3051"/>
            <ac:spMk id="639" creationId="{00000000-0000-0000-0000-000000000000}"/>
          </ac:spMkLst>
        </pc:spChg>
        <pc:spChg chg="mod">
          <ac:chgData name="Слиньков Александр" userId="f941dba7-da57-4f77-9665-9e5fb32f4c5a" providerId="ADAL" clId="{A84DAA7B-8E3F-274B-8077-21E1DE668D74}" dt="2026-01-21T11:48:48.754" v="68" actId="20577"/>
          <ac:spMkLst>
            <pc:docMk/>
            <pc:sldMk cId="1535970261" sldId="3051"/>
            <ac:spMk id="640" creationId="{00000000-0000-0000-0000-000000000000}"/>
          </ac:spMkLst>
        </pc:spChg>
        <pc:spChg chg="mod">
          <ac:chgData name="Слиньков Александр" userId="f941dba7-da57-4f77-9665-9e5fb32f4c5a" providerId="ADAL" clId="{A84DAA7B-8E3F-274B-8077-21E1DE668D74}" dt="2026-01-21T11:56:35.498" v="117" actId="14100"/>
          <ac:spMkLst>
            <pc:docMk/>
            <pc:sldMk cId="1535970261" sldId="3051"/>
            <ac:spMk id="644" creationId="{00000000-0000-0000-0000-000000000000}"/>
          </ac:spMkLst>
        </pc:spChg>
        <pc:picChg chg="del">
          <ac:chgData name="Слиньков Александр" userId="f941dba7-da57-4f77-9665-9e5fb32f4c5a" providerId="ADAL" clId="{A84DAA7B-8E3F-274B-8077-21E1DE668D74}" dt="2026-01-21T11:48:16.843" v="11" actId="478"/>
          <ac:picMkLst>
            <pc:docMk/>
            <pc:sldMk cId="1535970261" sldId="3051"/>
            <ac:picMk id="2" creationId="{BCBB01A1-F821-5B33-2FFE-7D10C788A06B}"/>
          </ac:picMkLst>
        </pc:picChg>
        <pc:picChg chg="add mod">
          <ac:chgData name="Слиньков Александр" userId="f941dba7-da57-4f77-9665-9e5fb32f4c5a" providerId="ADAL" clId="{A84DAA7B-8E3F-274B-8077-21E1DE668D74}" dt="2026-01-21T11:56:40.848" v="119" actId="14100"/>
          <ac:picMkLst>
            <pc:docMk/>
            <pc:sldMk cId="1535970261" sldId="3051"/>
            <ac:picMk id="5" creationId="{D9C05667-B33A-7BCA-A8A6-1EBFD119A6EB}"/>
          </ac:picMkLst>
        </pc:picChg>
      </pc:sldChg>
    </pc:docChg>
  </pc:docChgLst>
  <pc:docChgLst>
    <pc:chgData name="Бабинов Николай Александрович" userId="50c9c343-9cbe-464c-948f-9ae4228ce101" providerId="ADAL" clId="{BFAD512B-80DA-465F-BEC5-67458C2B59E0}"/>
    <pc:docChg chg="modSld">
      <pc:chgData name="Бабинов Николай Александрович" userId="50c9c343-9cbe-464c-948f-9ae4228ce101" providerId="ADAL" clId="{BFAD512B-80DA-465F-BEC5-67458C2B59E0}" dt="2025-09-19T14:38:31.685" v="145" actId="729"/>
      <pc:docMkLst>
        <pc:docMk/>
      </pc:docMkLst>
      <pc:sldChg chg="mod modShow">
        <pc:chgData name="Бабинов Николай Александрович" userId="50c9c343-9cbe-464c-948f-9ae4228ce101" providerId="ADAL" clId="{BFAD512B-80DA-465F-BEC5-67458C2B59E0}" dt="2025-09-19T14:38:29.417" v="144" actId="729"/>
        <pc:sldMkLst>
          <pc:docMk/>
          <pc:sldMk cId="1549096448" sldId="2909"/>
        </pc:sldMkLst>
      </pc:sldChg>
      <pc:sldChg chg="addSp modSp mod">
        <pc:chgData name="Бабинов Николай Александрович" userId="50c9c343-9cbe-464c-948f-9ae4228ce101" providerId="ADAL" clId="{BFAD512B-80DA-465F-BEC5-67458C2B59E0}" dt="2025-09-17T08:03:41.875" v="11" actId="13926"/>
        <pc:sldMkLst>
          <pc:docMk/>
          <pc:sldMk cId="966360407" sldId="3009"/>
        </pc:sldMkLst>
      </pc:sldChg>
      <pc:sldChg chg="modSp mod">
        <pc:chgData name="Бабинов Николай Александрович" userId="50c9c343-9cbe-464c-948f-9ae4228ce101" providerId="ADAL" clId="{BFAD512B-80DA-465F-BEC5-67458C2B59E0}" dt="2025-09-17T08:14:51.703" v="141"/>
        <pc:sldMkLst>
          <pc:docMk/>
          <pc:sldMk cId="1480035467" sldId="3017"/>
        </pc:sldMkLst>
      </pc:sldChg>
      <pc:sldChg chg="mod modShow">
        <pc:chgData name="Бабинов Николай Александрович" userId="50c9c343-9cbe-464c-948f-9ae4228ce101" providerId="ADAL" clId="{BFAD512B-80DA-465F-BEC5-67458C2B59E0}" dt="2025-09-19T14:35:20.669" v="143" actId="729"/>
        <pc:sldMkLst>
          <pc:docMk/>
          <pc:sldMk cId="1049940160" sldId="3019"/>
        </pc:sldMkLst>
      </pc:sldChg>
      <pc:sldChg chg="mod modShow">
        <pc:chgData name="Бабинов Николай Александрович" userId="50c9c343-9cbe-464c-948f-9ae4228ce101" providerId="ADAL" clId="{BFAD512B-80DA-465F-BEC5-67458C2B59E0}" dt="2025-09-19T14:38:31.685" v="145" actId="729"/>
        <pc:sldMkLst>
          <pc:docMk/>
          <pc:sldMk cId="2867832836" sldId="3021"/>
        </pc:sldMkLst>
      </pc:sldChg>
    </pc:docChg>
  </pc:docChgLst>
  <pc:docChgLst>
    <pc:chgData name="Торопова Анастасия Игоревна" userId="95aaafd3-aa7c-492f-a7df-a919cb5b5516" providerId="ADAL" clId="{58D3936F-0E35-4C44-9231-97F90E93B716}"/>
    <pc:docChg chg="modSld">
      <pc:chgData name="Торопова Анастасия Игоревна" userId="95aaafd3-aa7c-492f-a7df-a919cb5b5516" providerId="ADAL" clId="{58D3936F-0E35-4C44-9231-97F90E93B716}" dt="2024-11-12T13:26:18.456" v="11" actId="1076"/>
      <pc:docMkLst>
        <pc:docMk/>
      </pc:docMkLst>
      <pc:sldChg chg="addSp modSp mod">
        <pc:chgData name="Торопова Анастасия Игоревна" userId="95aaafd3-aa7c-492f-a7df-a919cb5b5516" providerId="ADAL" clId="{58D3936F-0E35-4C44-9231-97F90E93B716}" dt="2024-11-12T13:26:18.456" v="11" actId="1076"/>
        <pc:sldMkLst>
          <pc:docMk/>
          <pc:sldMk cId="1549096448" sldId="2909"/>
        </pc:sldMkLst>
      </pc:sldChg>
    </pc:docChg>
  </pc:docChgLst>
  <pc:docChgLst>
    <pc:chgData name="Лёвкина Наталья" userId="045cc528-69ee-4f09-8816-a81e3b02b284" providerId="ADAL" clId="{AAFDA9D9-1864-4317-BD47-66F2269151D6}"/>
    <pc:docChg chg="custSel modSld">
      <pc:chgData name="Лёвкина Наталья" userId="045cc528-69ee-4f09-8816-a81e3b02b284" providerId="ADAL" clId="{AAFDA9D9-1864-4317-BD47-66F2269151D6}" dt="2024-12-18T07:09:18.771" v="5" actId="1076"/>
      <pc:docMkLst>
        <pc:docMk/>
      </pc:docMkLst>
      <pc:sldChg chg="addSp delSp modSp mod">
        <pc:chgData name="Лёвкина Наталья" userId="045cc528-69ee-4f09-8816-a81e3b02b284" providerId="ADAL" clId="{AAFDA9D9-1864-4317-BD47-66F2269151D6}" dt="2024-12-18T07:09:18.771" v="5" actId="1076"/>
        <pc:sldMkLst>
          <pc:docMk/>
          <pc:sldMk cId="1549096448" sldId="2909"/>
        </pc:sldMkLst>
      </pc:sldChg>
    </pc:docChg>
  </pc:docChgLst>
  <pc:docChgLst>
    <pc:chgData name="Дмитриев Федор" userId="e2819367-5eb0-4dee-8ae5-b5780d5b537e" providerId="ADAL" clId="{C75FA42C-F703-4AD6-A86B-5F847CF64B61}"/>
    <pc:docChg chg="addSld delSld modSld">
      <pc:chgData name="Дмитриев Федор" userId="e2819367-5eb0-4dee-8ae5-b5780d5b537e" providerId="ADAL" clId="{C75FA42C-F703-4AD6-A86B-5F847CF64B61}" dt="2024-09-23T13:18:54.527" v="1" actId="47"/>
      <pc:docMkLst>
        <pc:docMk/>
      </pc:docMkLst>
      <pc:sldChg chg="del">
        <pc:chgData name="Дмитриев Федор" userId="e2819367-5eb0-4dee-8ae5-b5780d5b537e" providerId="ADAL" clId="{C75FA42C-F703-4AD6-A86B-5F847CF64B61}" dt="2024-09-23T13:18:54.527" v="1" actId="47"/>
        <pc:sldMkLst>
          <pc:docMk/>
          <pc:sldMk cId="0" sldId="269"/>
        </pc:sldMkLst>
      </pc:sldChg>
      <pc:sldChg chg="add">
        <pc:chgData name="Дмитриев Федор" userId="e2819367-5eb0-4dee-8ae5-b5780d5b537e" providerId="ADAL" clId="{C75FA42C-F703-4AD6-A86B-5F847CF64B61}" dt="2024-09-23T13:18:50.870" v="0"/>
        <pc:sldMkLst>
          <pc:docMk/>
          <pc:sldMk cId="2576581210" sldId="2921"/>
        </pc:sldMkLst>
      </pc:sldChg>
    </pc:docChg>
  </pc:docChgLst>
  <pc:docChgLst>
    <pc:chgData name="Хлебников Александр Владимирович" userId="aa04f379-56ca-41a9-b4db-ca513a1197d2" providerId="ADAL" clId="{C7116F5E-3AFE-443E-9A3B-2A9ECE368546}"/>
    <pc:docChg chg="modSld">
      <pc:chgData name="Хлебников Александр Владимирович" userId="aa04f379-56ca-41a9-b4db-ca513a1197d2" providerId="ADAL" clId="{C7116F5E-3AFE-443E-9A3B-2A9ECE368546}" dt="2024-09-17T15:52:48.614" v="13" actId="27918"/>
      <pc:docMkLst>
        <pc:docMk/>
      </pc:docMkLst>
      <pc:sldChg chg="mod">
        <pc:chgData name="Хлебников Александр Владимирович" userId="aa04f379-56ca-41a9-b4db-ca513a1197d2" providerId="ADAL" clId="{C7116F5E-3AFE-443E-9A3B-2A9ECE368546}" dt="2024-09-17T15:52:48.614" v="13" actId="27918"/>
        <pc:sldMkLst>
          <pc:docMk/>
          <pc:sldMk cId="3764764565" sldId="2897"/>
        </pc:sldMkLst>
      </pc:sldChg>
    </pc:docChg>
  </pc:docChgLst>
  <pc:docChgLst>
    <pc:chgData name="Басанцова Надежда Викторовна" userId="a4a22c46-708d-46f4-a9a6-2f1df98224c8" providerId="ADAL" clId="{D171C0A0-2371-4A39-96E0-20B299602EAA}"/>
    <pc:docChg chg="addSld delSld modSld">
      <pc:chgData name="Басанцова Надежда Викторовна" userId="a4a22c46-708d-46f4-a9a6-2f1df98224c8" providerId="ADAL" clId="{D171C0A0-2371-4A39-96E0-20B299602EAA}" dt="2024-03-18T12:57:33.291" v="2"/>
      <pc:docMkLst>
        <pc:docMk/>
      </pc:docMkLst>
      <pc:sldChg chg="add addCm">
        <pc:chgData name="Басанцова Надежда Викторовна" userId="a4a22c46-708d-46f4-a9a6-2f1df98224c8" providerId="ADAL" clId="{D171C0A0-2371-4A39-96E0-20B299602EAA}" dt="2024-03-18T12:57:33.291" v="2"/>
        <pc:sldMkLst>
          <pc:docMk/>
          <pc:sldMk cId="0" sldId="269"/>
        </pc:sldMkLst>
      </pc:sldChg>
      <pc:sldChg chg="add del">
        <pc:chgData name="Басанцова Надежда Викторовна" userId="a4a22c46-708d-46f4-a9a6-2f1df98224c8" providerId="ADAL" clId="{D171C0A0-2371-4A39-96E0-20B299602EAA}" dt="2024-03-18T12:31:31.600" v="1" actId="47"/>
        <pc:sldMkLst>
          <pc:docMk/>
          <pc:sldMk cId="1895345874" sldId="2920"/>
        </pc:sldMkLst>
      </pc:sldChg>
    </pc:docChg>
  </pc:docChgLst>
  <pc:docChgLst>
    <pc:chgData name="Торопова Анастасия Игоревна" userId="95aaafd3-aa7c-492f-a7df-a919cb5b5516" providerId="ADAL" clId="{A3B05716-B576-482C-A073-96610FDCD4AE}"/>
    <pc:docChg chg="undo custSel modSld">
      <pc:chgData name="Торопова Анастасия Игоревна" userId="95aaafd3-aa7c-492f-a7df-a919cb5b5516" providerId="ADAL" clId="{A3B05716-B576-482C-A073-96610FDCD4AE}" dt="2024-04-03T12:18:42.091" v="71" actId="2085"/>
      <pc:docMkLst>
        <pc:docMk/>
      </pc:docMkLst>
      <pc:sldChg chg="modSp mod">
        <pc:chgData name="Торопова Анастасия Игоревна" userId="95aaafd3-aa7c-492f-a7df-a919cb5b5516" providerId="ADAL" clId="{A3B05716-B576-482C-A073-96610FDCD4AE}" dt="2024-04-03T12:12:05.289" v="24" actId="20577"/>
        <pc:sldMkLst>
          <pc:docMk/>
          <pc:sldMk cId="915579831" sldId="2813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40.263" v="2" actId="207"/>
        <pc:sldMkLst>
          <pc:docMk/>
          <pc:sldMk cId="3764764565" sldId="2897"/>
        </pc:sldMkLst>
      </pc:sldChg>
      <pc:sldChg chg="modSp">
        <pc:chgData name="Торопова Анастасия Игоревна" userId="95aaafd3-aa7c-492f-a7df-a919cb5b5516" providerId="ADAL" clId="{A3B05716-B576-482C-A073-96610FDCD4AE}" dt="2024-04-03T12:18:42.091" v="71" actId="2085"/>
        <pc:sldMkLst>
          <pc:docMk/>
          <pc:sldMk cId="1760405938" sldId="3006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49.558" v="4" actId="20577"/>
        <pc:sldMkLst>
          <pc:docMk/>
          <pc:sldMk cId="1135473347" sldId="3016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1:23.387" v="1" actId="207"/>
        <pc:sldMkLst>
          <pc:docMk/>
          <pc:sldMk cId="1480035467" sldId="3017"/>
        </pc:sldMkLst>
      </pc:sldChg>
      <pc:sldChg chg="modSp mod">
        <pc:chgData name="Торопова Анастасия Игоревна" userId="95aaafd3-aa7c-492f-a7df-a919cb5b5516" providerId="ADAL" clId="{A3B05716-B576-482C-A073-96610FDCD4AE}" dt="2024-04-03T12:17:21.654" v="64"/>
        <pc:sldMkLst>
          <pc:docMk/>
          <pc:sldMk cId="3690361039" sldId="3020"/>
        </pc:sldMkLst>
      </pc:sldChg>
    </pc:docChg>
  </pc:docChgLst>
  <pc:docChgLst>
    <pc:chgData name="Бабинов Николай Александрович" userId="50c9c343-9cbe-464c-948f-9ae4228ce101" providerId="ADAL" clId="{96B24709-383F-4237-A7E5-B43BAF32A990}"/>
    <pc:docChg chg="undo custSel addSld delSld modSld">
      <pc:chgData name="Бабинов Николай Александрович" userId="50c9c343-9cbe-464c-948f-9ae4228ce101" providerId="ADAL" clId="{96B24709-383F-4237-A7E5-B43BAF32A990}" dt="2025-09-30T08:16:18.711" v="3241" actId="47"/>
      <pc:docMkLst>
        <pc:docMk/>
      </pc:docMkLst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412046183" sldId="288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15579831" sldId="2813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764764565" sldId="289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549096448" sldId="290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032043326" sldId="2912"/>
        </pc:sldMkLst>
      </pc:sldChg>
      <pc:sldChg chg="addSp delSp modSp del mod modShow">
        <pc:chgData name="Бабинов Николай Александрович" userId="50c9c343-9cbe-464c-948f-9ae4228ce101" providerId="ADAL" clId="{96B24709-383F-4237-A7E5-B43BAF32A990}" dt="2025-09-24T10:21:43.779" v="2789" actId="47"/>
        <pc:sldMkLst>
          <pc:docMk/>
          <pc:sldMk cId="2576581210" sldId="2921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9:04.188" v="614" actId="47"/>
        <pc:sldMkLst>
          <pc:docMk/>
          <pc:sldMk cId="925396004" sldId="2993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9:40.228" v="619" actId="47"/>
        <pc:sldMkLst>
          <pc:docMk/>
          <pc:sldMk cId="2552990444" sldId="2994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307807399" sldId="299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2:44.652" v="644" actId="47"/>
        <pc:sldMkLst>
          <pc:docMk/>
          <pc:sldMk cId="399098417" sldId="299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2:44.652" v="644" actId="47"/>
        <pc:sldMkLst>
          <pc:docMk/>
          <pc:sldMk cId="1960742238" sldId="2997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19.198" v="650" actId="47"/>
        <pc:sldMkLst>
          <pc:docMk/>
          <pc:sldMk cId="1428704274" sldId="299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760405938" sldId="3006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4:25.497" v="659" actId="47"/>
        <pc:sldMkLst>
          <pc:docMk/>
          <pc:sldMk cId="1593684467" sldId="300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66360407" sldId="3009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4:24.048" v="658" actId="47"/>
        <pc:sldMkLst>
          <pc:docMk/>
          <pc:sldMk cId="2181797731" sldId="3010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2:57.460" v="646" actId="47"/>
        <pc:sldMkLst>
          <pc:docMk/>
          <pc:sldMk cId="704530336" sldId="3011"/>
        </pc:sldMkLst>
      </pc:sldChg>
      <pc:sldChg chg="addSp del mod">
        <pc:chgData name="Бабинов Николай Александрович" userId="50c9c343-9cbe-464c-948f-9ae4228ce101" providerId="ADAL" clId="{96B24709-383F-4237-A7E5-B43BAF32A990}" dt="2025-09-16T10:25:58.890" v="691" actId="47"/>
        <pc:sldMkLst>
          <pc:docMk/>
          <pc:sldMk cId="1532237897" sldId="3012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16T10:23:50.342" v="656" actId="47"/>
        <pc:sldMkLst>
          <pc:docMk/>
          <pc:sldMk cId="270427036" sldId="3013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35.143" v="652" actId="47"/>
        <pc:sldMkLst>
          <pc:docMk/>
          <pc:sldMk cId="1060707554" sldId="3014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23:07.603" v="648" actId="47"/>
        <pc:sldMkLst>
          <pc:docMk/>
          <pc:sldMk cId="409296608" sldId="3015"/>
        </pc:sldMkLst>
      </pc:sldChg>
      <pc:sldChg chg="del">
        <pc:chgData name="Бабинов Николай Александрович" userId="50c9c343-9cbe-464c-948f-9ae4228ce101" providerId="ADAL" clId="{96B24709-383F-4237-A7E5-B43BAF32A990}" dt="2025-09-16T10:18:51.596" v="612" actId="47"/>
        <pc:sldMkLst>
          <pc:docMk/>
          <pc:sldMk cId="1135473347" sldId="3016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480035467" sldId="3017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16T11:04:29.130" v="2018" actId="47"/>
        <pc:sldMkLst>
          <pc:docMk/>
          <pc:sldMk cId="1205238135" sldId="3018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49940160" sldId="3019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90361039" sldId="3020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867832836" sldId="3021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532459798" sldId="3022"/>
        </pc:sldMkLst>
      </pc:sldChg>
      <pc:sldChg chg="addSp delSp modSp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991534781" sldId="3023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817982965" sldId="3024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769804267" sldId="302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825269083" sldId="302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2009635" sldId="3027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8497870" sldId="3028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77483387" sldId="3029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19734313" sldId="3030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539051659" sldId="3031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2537636" sldId="3032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4050532324" sldId="3033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04489802" sldId="3034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987644119" sldId="3035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305072076" sldId="3036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605097298" sldId="3037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712788831" sldId="3038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08240250" sldId="3039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913238287" sldId="3040"/>
        </pc:sldMkLst>
      </pc:sldChg>
      <pc:sldChg chg="add del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009804850" sldId="3041"/>
        </pc:sldMkLst>
      </pc:sldChg>
      <pc:sldChg chg="addSp del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592572331" sldId="3042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676647255" sldId="3043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176781070" sldId="3044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29396259" sldId="3045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27544743" sldId="3046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34198142" sldId="3047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1096680079" sldId="3048"/>
        </pc:sldMkLst>
      </pc:sldChg>
      <pc:sldChg chg="add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2631671782" sldId="3049"/>
        </pc:sldMkLst>
      </pc:sldChg>
      <pc:sldChg chg="addSp delSp modSp add del mod">
        <pc:chgData name="Бабинов Николай Александрович" userId="50c9c343-9cbe-464c-948f-9ae4228ce101" providerId="ADAL" clId="{96B24709-383F-4237-A7E5-B43BAF32A990}" dt="2025-09-30T08:16:18.711" v="3241" actId="47"/>
        <pc:sldMkLst>
          <pc:docMk/>
          <pc:sldMk cId="3631376247" sldId="3050"/>
        </pc:sldMkLst>
      </pc:sldChg>
      <pc:sldChg chg="addSp delSp modSp add mod modNotesTx">
        <pc:chgData name="Бабинов Николай Александрович" userId="50c9c343-9cbe-464c-948f-9ae4228ce101" providerId="ADAL" clId="{96B24709-383F-4237-A7E5-B43BAF32A990}" dt="2025-09-30T08:15:23.399" v="3240" actId="20577"/>
        <pc:sldMkLst>
          <pc:docMk/>
          <pc:sldMk cId="1535970261" sldId="3051"/>
        </pc:sldMkLst>
      </pc:sldChg>
      <pc:sldMasterChg chg="delSldLayout">
        <pc:chgData name="Бабинов Николай Александрович" userId="50c9c343-9cbe-464c-948f-9ae4228ce101" providerId="ADAL" clId="{96B24709-383F-4237-A7E5-B43BAF32A990}" dt="2025-09-30T08:16:18.711" v="3241" actId="47"/>
        <pc:sldMasterMkLst>
          <pc:docMk/>
          <pc:sldMasterMk cId="0" sldId="2147483648"/>
        </pc:sldMasterMkLst>
        <pc:sldLayoutChg chg="del">
          <pc:chgData name="Бабинов Николай Александрович" userId="50c9c343-9cbe-464c-948f-9ae4228ce101" providerId="ADAL" clId="{96B24709-383F-4237-A7E5-B43BAF32A990}" dt="2025-09-30T08:16:18.711" v="3241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Бабинов Николай Александрович" userId="50c9c343-9cbe-464c-948f-9ae4228ce101" providerId="ADAL" clId="{96B24709-383F-4237-A7E5-B43BAF32A990}" dt="2025-09-30T08:16:18.711" v="3241" actId="47"/>
          <pc:sldLayoutMkLst>
            <pc:docMk/>
            <pc:sldMasterMk cId="0" sldId="2147483648"/>
            <pc:sldLayoutMk cId="17226286" sldId="214748366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sz="1200" dirty="0"/>
            </a:br>
            <a:r>
              <a:rPr lang="ru-RU" sz="1200" dirty="0"/>
              <a:t>*</a:t>
            </a:r>
            <a:r>
              <a:rPr lang="ru-RU" sz="1200" b="1" dirty="0"/>
              <a:t>Контактная информация: Слиньков Александр - +79312409850</a:t>
            </a:r>
            <a:br>
              <a:rPr lang="en-US" sz="1200" dirty="0"/>
            </a:br>
            <a:r>
              <a:rPr lang="ru-RU" sz="1200" dirty="0"/>
              <a:t>*</a:t>
            </a:r>
            <a:r>
              <a:rPr lang="ru-RU" sz="1200" b="1" dirty="0"/>
              <a:t>Срок реализации проекта: </a:t>
            </a:r>
            <a:r>
              <a:rPr lang="ru-RU" sz="1200" dirty="0"/>
              <a:t>с октября 2025 по декабрь 2025, результаты за 3 месяца работы</a:t>
            </a:r>
          </a:p>
          <a:p>
            <a:r>
              <a:rPr lang="ru-RU" sz="1200" dirty="0"/>
              <a:t>*</a:t>
            </a:r>
            <a:r>
              <a:rPr lang="ru-RU" sz="1200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Режим работы предприятия/потока – 1 смена 8 часов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Численность сотрудников в потоке – 25 человек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Объем в выручке – 40%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Причина открытия проекта именно в этом потоке – риск, срыв сроков поставки</a:t>
            </a:r>
          </a:p>
          <a:p>
            <a:pPr marL="0" indent="0">
              <a:buFontTx/>
              <a:buNone/>
            </a:pPr>
            <a:r>
              <a:rPr lang="ru-RU" sz="1200" b="1" dirty="0"/>
              <a:t>Краткая справка о продукте: </a:t>
            </a:r>
          </a:p>
          <a:p>
            <a:pPr algn="l">
              <a:buNone/>
            </a:pPr>
            <a:r>
              <a:rPr lang="ru-RU" sz="2800" b="0" i="0" u="none" strike="noStrike" dirty="0">
                <a:solidFill>
                  <a:srgbClr val="ABA9A9"/>
                </a:solidFill>
                <a:effectLst/>
                <a:latin typeface="Roboto" panose="020F0502020204030204" pitchFamily="34" charset="0"/>
              </a:rPr>
              <a:t>Изделие предназначено для подавление каналов управления беспилотного летательного аппарата (БПЛА) и нарушает работу бортового приемника сигналов глобальных навигационных спутниковых систем. </a:t>
            </a:r>
          </a:p>
          <a:p>
            <a:pPr algn="l"/>
            <a:r>
              <a:rPr lang="ru-RU" sz="2800" b="0" i="0" u="none" strike="noStrike" dirty="0">
                <a:solidFill>
                  <a:srgbClr val="ABA9A9"/>
                </a:solidFill>
                <a:effectLst/>
                <a:latin typeface="Roboto" panose="02000000000000000000" pitchFamily="2" charset="0"/>
              </a:rPr>
              <a:t>В результате работы системы оператор БПЛА теряет возможность управлять полетом, а сам БПЛА не получает информацию о своем положении в пространстве и не может выполнять полетное задание автономно.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lang="ru-RU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ru-RU" sz="1200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Брак при сборке изделий</a:t>
            </a:r>
            <a:endParaRPr lang="ru-RU" dirty="0">
              <a:latin typeface="Montserrat" panose="00000500000000000000" pitchFamily="2" charset="-52"/>
              <a:ea typeface="Open Sans Light" panose="020B0606030504020204" pitchFamily="34" charset="0"/>
              <a:cs typeface="Open Sans Light" panose="020B0606030504020204" pitchFamily="34" charset="0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Изготовлена оснастка для сборки изделий, позволяющая однозначно собирать изделие в соответствии с требованиями заказчика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Брик при гравировке, лишние перемещения (на 2й этаж)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b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а) Произвести перемещение участка гравировки</a:t>
            </a:r>
            <a:b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</a:b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б) Организовать рабочее место гравировки рядом со сборкой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0" i="0" u="none" strike="noStrike" cap="non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Длительный процесс нанесения/снятия изоляции под покраску</a:t>
            </a:r>
            <a:endParaRPr lang="ru-RU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Решение: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ru-RU" sz="1200" b="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Изготовить оснастку для для закрытия резьбовых отверстий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endParaRPr lang="ru-RU" sz="12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ru-RU" sz="1200" b="0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678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35157" y="347000"/>
            <a:ext cx="41654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Font typeface="Calibri"/>
              <a:buNone/>
              <a:defRPr sz="135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516731" y="4807148"/>
            <a:ext cx="2795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9"/>
          <p:cNvSpPr txBox="1"/>
          <p:nvPr/>
        </p:nvSpPr>
        <p:spPr>
          <a:xfrm>
            <a:off x="406583" y="85199"/>
            <a:ext cx="6623612" cy="26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725"/>
              <a:buFont typeface="Calibri"/>
              <a:buNone/>
            </a:pPr>
            <a:r>
              <a:rPr lang="ru-RU" sz="1725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Примеры вскрытия резервов производительности</a:t>
            </a:r>
            <a:endParaRPr sz="172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9"/>
          <p:cNvCxnSpPr/>
          <p:nvPr/>
        </p:nvCxnSpPr>
        <p:spPr>
          <a:xfrm>
            <a:off x="433968" y="850730"/>
            <a:ext cx="8424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" name="Google Shape;26;p19"/>
          <p:cNvCxnSpPr/>
          <p:nvPr/>
        </p:nvCxnSpPr>
        <p:spPr>
          <a:xfrm>
            <a:off x="433968" y="1325646"/>
            <a:ext cx="8424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0" y="345825"/>
            <a:ext cx="4286250" cy="48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None/>
              <a:defRPr sz="13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2"/>
          </p:nvPr>
        </p:nvSpPr>
        <p:spPr>
          <a:xfrm>
            <a:off x="1516380" y="869019"/>
            <a:ext cx="7341588" cy="4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50"/>
              <a:buNone/>
              <a:defRPr sz="13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/>
          <p:nvPr/>
        </p:nvSpPr>
        <p:spPr>
          <a:xfrm>
            <a:off x="433969" y="869020"/>
            <a:ext cx="10189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Пилотный поток: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9"/>
          <p:cNvSpPr/>
          <p:nvPr/>
        </p:nvSpPr>
        <p:spPr>
          <a:xfrm>
            <a:off x="2790490" y="1337652"/>
            <a:ext cx="2336262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Основные мероприятия: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9"/>
          <p:cNvSpPr/>
          <p:nvPr/>
        </p:nvSpPr>
        <p:spPr>
          <a:xfrm>
            <a:off x="354637" y="1337652"/>
            <a:ext cx="2336261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Основной результат: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>
            <a:off x="6229350" y="1337652"/>
            <a:ext cx="262861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8889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ru-RU" sz="1125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Показатели пилотного потока: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3"/>
          </p:nvPr>
        </p:nvSpPr>
        <p:spPr>
          <a:xfrm>
            <a:off x="433388" y="1579960"/>
            <a:ext cx="2257510" cy="24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4"/>
          </p:nvPr>
        </p:nvSpPr>
        <p:spPr>
          <a:xfrm>
            <a:off x="2812147" y="1579957"/>
            <a:ext cx="3386724" cy="24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300037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70C0"/>
              </a:buClr>
              <a:buSzPts val="1125"/>
              <a:buFont typeface="Calibri"/>
              <a:buAutoNum type="arabicPeriod"/>
              <a:defRPr sz="1125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>
            <a:spLocks noGrp="1"/>
          </p:cNvSpPr>
          <p:nvPr>
            <p:ph type="pic" idx="5"/>
          </p:nvPr>
        </p:nvSpPr>
        <p:spPr>
          <a:xfrm>
            <a:off x="433303" y="2995864"/>
            <a:ext cx="2257510" cy="1811284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36" name="Google Shape;36;p19"/>
          <p:cNvGraphicFramePr/>
          <p:nvPr/>
        </p:nvGraphicFramePr>
        <p:xfrm>
          <a:off x="6229349" y="1864652"/>
          <a:ext cx="2705101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" name="Google Shape;37;p19"/>
          <p:cNvGraphicFramePr/>
          <p:nvPr/>
        </p:nvGraphicFramePr>
        <p:xfrm>
          <a:off x="6229349" y="2995813"/>
          <a:ext cx="2705100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8" name="Google Shape;38;p19"/>
          <p:cNvCxnSpPr/>
          <p:nvPr/>
        </p:nvCxnSpPr>
        <p:spPr>
          <a:xfrm rot="10800000">
            <a:off x="6957060" y="1934269"/>
            <a:ext cx="0" cy="16630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9"/>
          <p:cNvCxnSpPr/>
          <p:nvPr/>
        </p:nvCxnSpPr>
        <p:spPr>
          <a:xfrm rot="10800000">
            <a:off x="6952968" y="1934269"/>
            <a:ext cx="125377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9"/>
          <p:cNvCxnSpPr/>
          <p:nvPr/>
        </p:nvCxnSpPr>
        <p:spPr>
          <a:xfrm>
            <a:off x="8206740" y="1934269"/>
            <a:ext cx="0" cy="933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" name="Google Shape;41;p19"/>
          <p:cNvCxnSpPr/>
          <p:nvPr/>
        </p:nvCxnSpPr>
        <p:spPr>
          <a:xfrm rot="10800000">
            <a:off x="6957060" y="3051258"/>
            <a:ext cx="0" cy="6595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19"/>
          <p:cNvCxnSpPr/>
          <p:nvPr/>
        </p:nvCxnSpPr>
        <p:spPr>
          <a:xfrm rot="10800000">
            <a:off x="6952968" y="3051258"/>
            <a:ext cx="125377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19"/>
          <p:cNvCxnSpPr/>
          <p:nvPr/>
        </p:nvCxnSpPr>
        <p:spPr>
          <a:xfrm>
            <a:off x="8206740" y="3051258"/>
            <a:ext cx="0" cy="21518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4" name="Google Shape;44;p19"/>
          <p:cNvGrpSpPr/>
          <p:nvPr/>
        </p:nvGrpSpPr>
        <p:grpSpPr>
          <a:xfrm>
            <a:off x="6952968" y="4175206"/>
            <a:ext cx="1253772" cy="215182"/>
            <a:chOff x="9270624" y="5567790"/>
            <a:chExt cx="1671696" cy="286909"/>
          </a:xfrm>
        </p:grpSpPr>
        <p:cxnSp>
          <p:nvCxnSpPr>
            <p:cNvPr id="45" name="Google Shape;45;p19"/>
            <p:cNvCxnSpPr/>
            <p:nvPr/>
          </p:nvCxnSpPr>
          <p:spPr>
            <a:xfrm rot="10800000">
              <a:off x="9276080" y="5567790"/>
              <a:ext cx="0" cy="8794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9"/>
            <p:cNvCxnSpPr/>
            <p:nvPr/>
          </p:nvCxnSpPr>
          <p:spPr>
            <a:xfrm rot="10800000">
              <a:off x="9270624" y="5567790"/>
              <a:ext cx="167169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9"/>
            <p:cNvCxnSpPr/>
            <p:nvPr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aphicFrame>
        <p:nvGraphicFramePr>
          <p:cNvPr id="48" name="Google Shape;48;p19"/>
          <p:cNvGraphicFramePr/>
          <p:nvPr/>
        </p:nvGraphicFramePr>
        <p:xfrm>
          <a:off x="6229349" y="4121465"/>
          <a:ext cx="2705100" cy="81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Google Shape;49;p19"/>
          <p:cNvSpPr/>
          <p:nvPr/>
        </p:nvSpPr>
        <p:spPr>
          <a:xfrm rot="10800000">
            <a:off x="6318851" y="1620041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6"/>
          </p:nvPr>
        </p:nvSpPr>
        <p:spPr>
          <a:xfrm>
            <a:off x="6318850" y="1598064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7"/>
          </p:nvPr>
        </p:nvSpPr>
        <p:spPr>
          <a:xfrm>
            <a:off x="7167325" y="2084793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/>
          <p:nvPr/>
        </p:nvSpPr>
        <p:spPr>
          <a:xfrm>
            <a:off x="6318851" y="2759446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9"/>
          <p:cNvSpPr/>
          <p:nvPr/>
        </p:nvSpPr>
        <p:spPr>
          <a:xfrm>
            <a:off x="6318851" y="3884588"/>
            <a:ext cx="120015" cy="15930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8"/>
          </p:nvPr>
        </p:nvSpPr>
        <p:spPr>
          <a:xfrm>
            <a:off x="1082843" y="4354111"/>
            <a:ext cx="1564986" cy="39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FFFFFF"/>
              </a:buClr>
              <a:buSzPts val="2700"/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9"/>
          </p:nvPr>
        </p:nvSpPr>
        <p:spPr>
          <a:xfrm>
            <a:off x="2812147" y="4352466"/>
            <a:ext cx="3417203" cy="4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70C0"/>
              </a:buClr>
              <a:buSzPts val="1125"/>
              <a:buFont typeface="Calibri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3"/>
          </p:nvPr>
        </p:nvSpPr>
        <p:spPr>
          <a:xfrm>
            <a:off x="6318850" y="2721929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4"/>
          </p:nvPr>
        </p:nvSpPr>
        <p:spPr>
          <a:xfrm>
            <a:off x="6318850" y="3844757"/>
            <a:ext cx="2539118" cy="2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7F7F7F"/>
              </a:buClr>
              <a:buSzPts val="1125"/>
              <a:buNone/>
              <a:defRPr sz="1125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15"/>
          </p:nvPr>
        </p:nvSpPr>
        <p:spPr>
          <a:xfrm>
            <a:off x="6698174" y="2143908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16"/>
          </p:nvPr>
        </p:nvSpPr>
        <p:spPr>
          <a:xfrm>
            <a:off x="7942421" y="2110571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7"/>
          </p:nvPr>
        </p:nvSpPr>
        <p:spPr>
          <a:xfrm>
            <a:off x="6698174" y="3221784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8"/>
          </p:nvPr>
        </p:nvSpPr>
        <p:spPr>
          <a:xfrm>
            <a:off x="7942421" y="3293221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9"/>
          </p:nvPr>
        </p:nvSpPr>
        <p:spPr>
          <a:xfrm>
            <a:off x="6698174" y="4347474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0"/>
          </p:nvPr>
        </p:nvSpPr>
        <p:spPr>
          <a:xfrm>
            <a:off x="7942421" y="4418912"/>
            <a:ext cx="519113" cy="17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1"/>
          </p:nvPr>
        </p:nvSpPr>
        <p:spPr>
          <a:xfrm>
            <a:off x="7167325" y="3187971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2"/>
          </p:nvPr>
        </p:nvSpPr>
        <p:spPr>
          <a:xfrm>
            <a:off x="7167325" y="4311995"/>
            <a:ext cx="84216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1200"/>
              <a:buNone/>
              <a:defRPr sz="1200" b="1">
                <a:solidFill>
                  <a:srgbClr val="00B05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9645b2320_2_6"/>
          <p:cNvSpPr txBox="1">
            <a:spLocks noGrp="1"/>
          </p:cNvSpPr>
          <p:nvPr>
            <p:ph type="title"/>
          </p:nvPr>
        </p:nvSpPr>
        <p:spPr>
          <a:xfrm>
            <a:off x="476767" y="248905"/>
            <a:ext cx="8190464" cy="74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1800" b="1" i="0">
                <a:solidFill>
                  <a:srgbClr val="231F2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f9645b2320_2_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f9645b2320_2_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f9645b2320_2_6"/>
          <p:cNvSpPr txBox="1">
            <a:spLocks noGrp="1"/>
          </p:cNvSpPr>
          <p:nvPr>
            <p:ph type="sldNum" idx="12"/>
          </p:nvPr>
        </p:nvSpPr>
        <p:spPr>
          <a:xfrm>
            <a:off x="6583681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2000"/>
            <a:lum/>
          </a:blip>
          <a:srcRect/>
          <a:stretch>
            <a:fillRect t="52000" r="-127000" b="-36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404997"/>
            <a:ext cx="9141773" cy="6480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b="1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5757" y="236878"/>
            <a:ext cx="1017424" cy="43603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3297995" y="446979"/>
            <a:ext cx="4353636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050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-52"/>
                <a:ea typeface="Open Sans ExtraBold" panose="020B0606030504020204" pitchFamily="34" charset="0"/>
                <a:cs typeface="Open Sans ExtraBold" panose="020B0606030504020204" pitchFamily="34" charset="0"/>
              </a:rPr>
              <a:t>25.99 Производство прочих готовых металлических изделий, не включенных в другие группировки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786424" y="1415208"/>
            <a:ext cx="5644433" cy="5621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marL="25400" indent="0">
              <a:buNone/>
            </a:pPr>
            <a:r>
              <a:rPr lang="ru-RU" sz="1400" b="1" dirty="0">
                <a:solidFill>
                  <a:schemeClr val="bg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Изготовление комплекта изделия РЭБ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446548" y="1548229"/>
            <a:ext cx="2100236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>
                <a:solidFill>
                  <a:schemeClr val="bg1"/>
                </a:solidFill>
                <a:latin typeface="Montserrat Medium" pitchFamily="2" charset="0"/>
                <a:ea typeface="Montserrat Medium"/>
                <a:cs typeface="Montserrat Medium"/>
                <a:sym typeface="Montserrat Medium"/>
              </a:rPr>
              <a:t>Пилотный поток:</a:t>
            </a:r>
            <a:endParaRPr sz="1150">
              <a:solidFill>
                <a:schemeClr val="bg1"/>
              </a:solidFill>
              <a:latin typeface="Montserrat Medium" pitchFamily="2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33991" y="2189743"/>
            <a:ext cx="2383571" cy="9976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25" bIns="45700" rtlCol="0" anchor="t" anchorCtr="0">
            <a:spAutoFit/>
          </a:bodyPr>
          <a:lstStyle/>
          <a:p>
            <a:pPr marL="33814" indent="0" defTabSz="1219109">
              <a:spcBef>
                <a:spcPts val="1333"/>
              </a:spcBef>
              <a:buNone/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Open Sans"/>
                <a:cs typeface="Open Sans"/>
              </a:rPr>
              <a:t>Потенциальный экономический эффект от реализации проекта составил 6,7 млн руб. </a:t>
            </a:r>
            <a:endParaRPr sz="1200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416067" y="2028978"/>
            <a:ext cx="19209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150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6193253" y="2064566"/>
            <a:ext cx="2916756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150" i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150" i="1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385076" y="-114703"/>
            <a:ext cx="3300907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80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180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6226498" y="2437669"/>
            <a:ext cx="3005402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800" b="1" dirty="0">
                <a:solidFill>
                  <a:srgbClr val="245AA2"/>
                </a:solidFill>
                <a:latin typeface="Montserrat ExtraBold"/>
              </a:rPr>
              <a:t>+12%</a:t>
            </a:r>
            <a:br>
              <a:rPr lang="ru-RU" sz="1100" b="1" dirty="0">
                <a:solidFill>
                  <a:srgbClr val="245AA2"/>
                </a:solidFill>
                <a:latin typeface="Montserrat"/>
              </a:rPr>
            </a:br>
            <a:r>
              <a:rPr lang="ru-RU" sz="1100" dirty="0">
                <a:latin typeface="Montserrat"/>
              </a:rPr>
              <a:t>выработка</a:t>
            </a:r>
            <a:r>
              <a:rPr lang="ru-RU" sz="1100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100" b="1" dirty="0">
              <a:solidFill>
                <a:srgbClr val="245AA2"/>
              </a:solidFill>
              <a:latin typeface="Montserrat"/>
            </a:endParaRPr>
          </a:p>
          <a:p>
            <a:endParaRPr lang="ru-RU" sz="1100" dirty="0">
              <a:solidFill>
                <a:srgbClr val="245AA2"/>
              </a:solidFill>
              <a:latin typeface="Montserrat"/>
            </a:endParaRPr>
          </a:p>
          <a:p>
            <a:r>
              <a:rPr lang="ru-RU" sz="2800" b="1" dirty="0">
                <a:solidFill>
                  <a:srgbClr val="245AA2"/>
                </a:solidFill>
                <a:latin typeface="Montserrat ExtraBold"/>
              </a:rPr>
              <a:t>-14%</a:t>
            </a:r>
          </a:p>
          <a:p>
            <a:r>
              <a:rPr lang="ru-RU" sz="1100" dirty="0">
                <a:latin typeface="Montserrat"/>
              </a:rPr>
              <a:t>время протекания процесса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281476" y="643764"/>
            <a:ext cx="3120119" cy="5609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15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ООО «Метек-инжиниринг»</a:t>
            </a:r>
            <a:br>
              <a:rPr lang="ru-RU" sz="1500" b="1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500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1500" dirty="0">
              <a:solidFill>
                <a:srgbClr val="094697"/>
              </a:solidFill>
              <a:latin typeface="Montserrat"/>
              <a:ea typeface="Open Sans"/>
              <a:cs typeface="Open Sans"/>
            </a:endParaRP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7123FC8D-3149-B56B-2D1B-CA4264F007F5}"/>
              </a:ext>
            </a:extLst>
          </p:cNvPr>
          <p:cNvSpPr txBox="1">
            <a:spLocks/>
          </p:cNvSpPr>
          <p:nvPr/>
        </p:nvSpPr>
        <p:spPr>
          <a:xfrm>
            <a:off x="2161309" y="2151144"/>
            <a:ext cx="3929219" cy="2123660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Font typeface="Arial"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Изготовлена оснастка для сборки изделий, позволяющая однозначно собирать изделие в соответствии с требованиями заказчика,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увеличить выработку на 8</a:t>
            </a:r>
            <a:r>
              <a:rPr lang="en-US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endParaRPr lang="ru-RU" sz="10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Произведено перемещение участка гравировке (ближе к сборке), 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сократить перемещения и увеличить выработку на 5</a:t>
            </a:r>
            <a:r>
              <a:rPr lang="en-US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 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(за счет снижения количества брака из-за вибраций на 2 этаже и лишних перемещений)</a:t>
            </a:r>
          </a:p>
          <a:p>
            <a:pPr marL="461010" indent="-342424" defTabSz="1219139" fontAlgn="base">
              <a:spcBef>
                <a:spcPct val="0"/>
              </a:spcBef>
              <a:spcAft>
                <a:spcPct val="0"/>
              </a:spcAft>
              <a:buClrTx/>
              <a:buFont typeface="Arial"/>
              <a:buAutoNum type="arabicPeriod"/>
              <a:defRPr/>
            </a:pPr>
            <a:r>
              <a:rPr lang="ru-RU" sz="1000" b="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Изготов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лена</a:t>
            </a:r>
            <a:r>
              <a:rPr lang="ru-RU" sz="1000" b="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 оснастка для для закрытия резьбовых отверстий, 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что позволило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сократить время </a:t>
            </a:r>
            <a:r>
              <a:rPr lang="ru-RU" sz="10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подготовки к покраске, </a:t>
            </a:r>
            <a:r>
              <a:rPr lang="ru-RU" sz="1000" b="1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на 8% </a:t>
            </a:r>
            <a:endParaRPr lang="en-US" sz="1000" b="1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endParaRPr lang="ru-RU" sz="1200" dirty="0">
              <a:solidFill>
                <a:srgbClr val="00A2E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Рисунок 4" descr="Изображение выглядит как штатив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C05667-B33A-7BCA-A8A6-1EBFD119A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27" y="3324086"/>
            <a:ext cx="1197092" cy="175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70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428786-5AB5-48BE-8FEE-305C9BF9925C}">
  <ds:schemaRefs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4040dfa8-117b-4bd2-b9a9-a5a7d75514fe"/>
    <ds:schemaRef ds:uri="11a6046c-63f1-4c80-a521-ef7ae251e897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B0F7337-44BE-42F1-92CE-486EE3B3BB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5A6E0D-97F4-4814-8FA6-A82A618629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3167</TotalTime>
  <Words>346</Words>
  <Application>Microsoft Macintosh PowerPoint</Application>
  <PresentationFormat>Экран (16:9)</PresentationFormat>
  <Paragraphs>40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0" baseType="lpstr">
      <vt:lpstr>Roboto</vt:lpstr>
      <vt:lpstr>Verdana</vt:lpstr>
      <vt:lpstr>Open Sans</vt:lpstr>
      <vt:lpstr>Arial</vt:lpstr>
      <vt:lpstr>Montserrat ExtraBold</vt:lpstr>
      <vt:lpstr>Montserrat</vt:lpstr>
      <vt:lpstr>Calibri</vt:lpstr>
      <vt:lpstr>Montserrat Medium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Arina</dc:creator>
  <cp:lastModifiedBy>Слиньков Александр</cp:lastModifiedBy>
  <cp:revision>92</cp:revision>
  <dcterms:created xsi:type="dcterms:W3CDTF">2020-02-12T06:25:23Z</dcterms:created>
  <dcterms:modified xsi:type="dcterms:W3CDTF">2026-01-21T12:28:39Z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