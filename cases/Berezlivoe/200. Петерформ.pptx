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9" r:id="rId5"/>
    <p:sldId id="292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8646" autoAdjust="0"/>
  </p:normalViewPr>
  <p:slideViewPr>
    <p:cSldViewPr snapToGrid="0">
      <p:cViewPr varScale="1">
        <p:scale>
          <a:sx n="108" d="100"/>
          <a:sy n="108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Слиньков Александр" userId="f941dba7-da57-4f77-9665-9e5fb32f4c5a" providerId="ADAL" clId="{CFB1B05C-9FC0-7442-9FCB-2B0B360822FE}"/>
    <pc:docChg chg="modSld">
      <pc:chgData name="Слиньков Александр" userId="f941dba7-da57-4f77-9665-9e5fb32f4c5a" providerId="ADAL" clId="{CFB1B05C-9FC0-7442-9FCB-2B0B360822FE}" dt="2025-08-18T04:24:41.307" v="23" actId="20577"/>
      <pc:docMkLst>
        <pc:docMk/>
      </pc:docMkLst>
      <pc:sldChg chg="modSp mod">
        <pc:chgData name="Слиньков Александр" userId="f941dba7-da57-4f77-9665-9e5fb32f4c5a" providerId="ADAL" clId="{CFB1B05C-9FC0-7442-9FCB-2B0B360822FE}" dt="2025-08-18T04:24:05.156" v="19" actId="20577"/>
        <pc:sldMkLst>
          <pc:docMk/>
          <pc:sldMk cId="0" sldId="269"/>
        </pc:sldMkLst>
        <pc:spChg chg="mod">
          <ac:chgData name="Слиньков Александр" userId="f941dba7-da57-4f77-9665-9e5fb32f4c5a" providerId="ADAL" clId="{CFB1B05C-9FC0-7442-9FCB-2B0B360822FE}" dt="2025-08-18T04:24:05.156" v="19" actId="20577"/>
          <ac:spMkLst>
            <pc:docMk/>
            <pc:sldMk cId="0" sldId="269"/>
            <ac:spMk id="644" creationId="{00000000-0000-0000-0000-000000000000}"/>
          </ac:spMkLst>
        </pc:spChg>
      </pc:sldChg>
      <pc:sldChg chg="modSp mod">
        <pc:chgData name="Слиньков Александр" userId="f941dba7-da57-4f77-9665-9e5fb32f4c5a" providerId="ADAL" clId="{CFB1B05C-9FC0-7442-9FCB-2B0B360822FE}" dt="2025-08-18T04:24:41.307" v="23" actId="20577"/>
        <pc:sldMkLst>
          <pc:docMk/>
          <pc:sldMk cId="1895345874" sldId="2920"/>
        </pc:sldMkLst>
        <pc:spChg chg="mod">
          <ac:chgData name="Слиньков Александр" userId="f941dba7-da57-4f77-9665-9e5fb32f4c5a" providerId="ADAL" clId="{CFB1B05C-9FC0-7442-9FCB-2B0B360822FE}" dt="2025-08-18T04:24:16.826" v="22" actId="1076"/>
          <ac:spMkLst>
            <pc:docMk/>
            <pc:sldMk cId="1895345874" sldId="2920"/>
            <ac:spMk id="5" creationId="{4C8868D4-6A51-6D5C-2469-4C098F3D8B7B}"/>
          </ac:spMkLst>
        </pc:spChg>
        <pc:spChg chg="mod">
          <ac:chgData name="Слиньков Александр" userId="f941dba7-da57-4f77-9665-9e5fb32f4c5a" providerId="ADAL" clId="{CFB1B05C-9FC0-7442-9FCB-2B0B360822FE}" dt="2025-08-18T04:24:41.307" v="23" actId="20577"/>
          <ac:spMkLst>
            <pc:docMk/>
            <pc:sldMk cId="1895345874" sldId="2920"/>
            <ac:spMk id="41" creationId="{CE1D24DD-B923-A77A-6F54-AC8CBB150FFA}"/>
          </ac:spMkLst>
        </pc:spChg>
      </pc:sldChg>
    </pc:docChg>
  </pc:docChgLst>
  <pc:docChgLst>
    <pc:chgData name="Голубцова Ирина" userId="f418c0b2-254f-46a7-be59-aa53f9e9bb77" providerId="ADAL" clId="{78F9409C-BD46-49AC-9B78-FDF291F76333}"/>
    <pc:docChg chg="modSld">
      <pc:chgData name="Голубцова Ирина" userId="f418c0b2-254f-46a7-be59-aa53f9e9bb77" providerId="ADAL" clId="{78F9409C-BD46-49AC-9B78-FDF291F76333}" dt="2023-04-03T06:59:16.774" v="20" actId="113"/>
      <pc:docMkLst>
        <pc:docMk/>
      </pc:docMkLst>
      <pc:sldChg chg="modSp mod">
        <pc:chgData name="Голубцова Ирина" userId="f418c0b2-254f-46a7-be59-aa53f9e9bb77" providerId="ADAL" clId="{78F9409C-BD46-49AC-9B78-FDF291F76333}" dt="2023-04-03T06:59:16.774" v="20" actId="113"/>
        <pc:sldMkLst>
          <pc:docMk/>
          <pc:sldMk cId="1895345874" sldId="2920"/>
        </pc:sldMkLst>
      </pc:sldChg>
    </pc:docChg>
  </pc:docChgLst>
  <pc:docChgLst>
    <pc:chgData name="Дмитриев Федор" userId="S::dmitriev_fr@archk.ru::46b52d77-667a-4132-a5fa-3abe87f4a430" providerId="AD" clId="Web-{9C035472-5A33-C2FB-A233-17A76D6F8947}"/>
    <pc:docChg chg="modSld">
      <pc:chgData name="Дмитриев Федор" userId="S::dmitriev_fr@archk.ru::46b52d77-667a-4132-a5fa-3abe87f4a430" providerId="AD" clId="Web-{9C035472-5A33-C2FB-A233-17A76D6F8947}" dt="2021-12-08T06:02:02.289" v="1" actId="20577"/>
      <pc:docMkLst>
        <pc:docMk/>
      </pc:docMkLst>
      <pc:sldChg chg="modSp">
        <pc:chgData name="Дмитриев Федор" userId="S::dmitriev_fr@archk.ru::46b52d77-667a-4132-a5fa-3abe87f4a430" providerId="AD" clId="Web-{9C035472-5A33-C2FB-A233-17A76D6F8947}" dt="2021-12-08T06:02:02.289" v="1" actId="20577"/>
        <pc:sldMkLst>
          <pc:docMk/>
          <pc:sldMk cId="2063599093" sldId="2833"/>
        </pc:sldMkLst>
      </pc:sldChg>
    </pc:docChg>
  </pc:docChgLst>
  <pc:docChgLst>
    <pc:chgData name="Лёвкина Наталья" userId="045cc528-69ee-4f09-8816-a81e3b02b284" providerId="ADAL" clId="{63C0A14F-8339-4B1D-B372-5341F39F7C4D}"/>
    <pc:docChg chg="custSel modSld">
      <pc:chgData name="Лёвкина Наталья" userId="045cc528-69ee-4f09-8816-a81e3b02b284" providerId="ADAL" clId="{63C0A14F-8339-4B1D-B372-5341F39F7C4D}" dt="2024-04-10T06:45:02.456" v="30" actId="1076"/>
      <pc:docMkLst>
        <pc:docMk/>
      </pc:docMkLst>
    </pc:docChg>
  </pc:docChgLst>
  <pc:docChgLst>
    <pc:chgData name="Торопова Анастасия Игоревна" userId="S::toropova_ai@archk.ru::ccf55b8b-4c71-4484-9ef8-91a0cbed1e94" providerId="AD" clId="Web-{E2FF72E9-5205-82D1-B86B-7C4C8A3D0AC7}"/>
    <pc:docChg chg="modSld">
      <pc:chgData name="Торопова Анастасия Игоревна" userId="S::toropova_ai@archk.ru::ccf55b8b-4c71-4484-9ef8-91a0cbed1e94" providerId="AD" clId="Web-{E2FF72E9-5205-82D1-B86B-7C4C8A3D0AC7}" dt="2023-01-23T11:19:42.694" v="21" actId="1076"/>
      <pc:docMkLst>
        <pc:docMk/>
      </pc:docMkLst>
      <pc:sldChg chg="modSp">
        <pc:chgData name="Торопова Анастасия Игоревна" userId="S::toropova_ai@archk.ru::ccf55b8b-4c71-4484-9ef8-91a0cbed1e94" providerId="AD" clId="Web-{E2FF72E9-5205-82D1-B86B-7C4C8A3D0AC7}" dt="2023-01-23T11:19:42.694" v="21" actId="1076"/>
        <pc:sldMkLst>
          <pc:docMk/>
          <pc:sldMk cId="0" sldId="269"/>
        </pc:sldMkLst>
      </pc:sldChg>
    </pc:docChg>
  </pc:docChgLst>
  <pc:docChgLst>
    <pc:chgData name="Торопова Анастасия Игоревна" userId="S::toropova_ai@archk.ru::ccf55b8b-4c71-4484-9ef8-91a0cbed1e94" providerId="AD" clId="Web-{D9F00443-AEF4-E30A-D33C-CA2CE621ED0D}"/>
    <pc:docChg chg="modSld">
      <pc:chgData name="Торопова Анастасия Игоревна" userId="S::toropova_ai@archk.ru::ccf55b8b-4c71-4484-9ef8-91a0cbed1e94" providerId="AD" clId="Web-{D9F00443-AEF4-E30A-D33C-CA2CE621ED0D}" dt="2023-01-24T11:15:38.504" v="1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D9F00443-AEF4-E30A-D33C-CA2CE621ED0D}" dt="2023-01-24T11:15:38.504" v="1" actId="20577"/>
        <pc:sldMkLst>
          <pc:docMk/>
          <pc:sldMk cId="0" sldId="269"/>
        </pc:sldMkLst>
      </pc:sldChg>
    </pc:docChg>
  </pc:docChgLst>
  <pc:docChgLst>
    <pc:chgData name="Мазур Егор Антонович" userId="81be87f9-45b0-412a-b5b6-0617d339ddbb" providerId="ADAL" clId="{F3B3F663-3F26-4FCE-BFD4-21ADE7A69837}"/>
    <pc:docChg chg="undo custSel addSld modSld">
      <pc:chgData name="Мазур Егор Антонович" userId="81be87f9-45b0-412a-b5b6-0617d339ddbb" providerId="ADAL" clId="{F3B3F663-3F26-4FCE-BFD4-21ADE7A69837}" dt="2022-08-10T09:15:32.710" v="64" actId="20577"/>
      <pc:docMkLst>
        <pc:docMk/>
      </pc:docMkLst>
      <pc:sldChg chg="addSp delSp modSp add mod">
        <pc:chgData name="Мазур Егор Антонович" userId="81be87f9-45b0-412a-b5b6-0617d339ddbb" providerId="ADAL" clId="{F3B3F663-3F26-4FCE-BFD4-21ADE7A69837}" dt="2022-08-10T09:15:32.710" v="64" actId="20577"/>
        <pc:sldMkLst>
          <pc:docMk/>
          <pc:sldMk cId="1895345874" sldId="2920"/>
        </pc:sldMkLst>
      </pc:sldChg>
    </pc:docChg>
  </pc:docChgLst>
  <pc:docChgLst>
    <pc:chgData name="Левкина Наталья" userId="430a77c7-2aa0-412b-9874-6952fe3919bd" providerId="ADAL" clId="{7527D0F8-2351-409E-85E7-502C43E78A01}"/>
    <pc:docChg chg="undo custSel modSld">
      <pc:chgData name="Левкина Наталья" userId="430a77c7-2aa0-412b-9874-6952fe3919bd" providerId="ADAL" clId="{7527D0F8-2351-409E-85E7-502C43E78A01}" dt="2021-08-02T17:09:20.761" v="1355" actId="20577"/>
      <pc:docMkLst>
        <pc:docMk/>
      </pc:docMkLst>
      <pc:sldChg chg="addSp delSp modSp mod modNotesTx">
        <pc:chgData name="Левкина Наталья" userId="430a77c7-2aa0-412b-9874-6952fe3919bd" providerId="ADAL" clId="{7527D0F8-2351-409E-85E7-502C43E78A01}" dt="2021-08-02T17:09:20.761" v="1355" actId="20577"/>
        <pc:sldMkLst>
          <pc:docMk/>
          <pc:sldMk cId="2063599093" sldId="2833"/>
        </pc:sldMkLst>
      </pc:sldChg>
    </pc:docChg>
  </pc:docChgLst>
  <pc:docChgLst>
    <pc:chgData name="Торопова Анастасия Игоревна" userId="95aaafd3-aa7c-492f-a7df-a919cb5b5516" providerId="ADAL" clId="{8D1FC98A-DDFE-4613-9ADB-2583A109BF33}"/>
    <pc:docChg chg="modSld">
      <pc:chgData name="Торопова Анастасия Игоревна" userId="95aaafd3-aa7c-492f-a7df-a919cb5b5516" providerId="ADAL" clId="{8D1FC98A-DDFE-4613-9ADB-2583A109BF33}" dt="2024-06-10T07:36:19.143" v="20" actId="20577"/>
      <pc:docMkLst>
        <pc:docMk/>
      </pc:docMkLst>
      <pc:sldChg chg="modSp mod">
        <pc:chgData name="Торопова Анастасия Игоревна" userId="95aaafd3-aa7c-492f-a7df-a919cb5b5516" providerId="ADAL" clId="{8D1FC98A-DDFE-4613-9ADB-2583A109BF33}" dt="2024-06-10T07:36:19.143" v="20" actId="20577"/>
        <pc:sldMkLst>
          <pc:docMk/>
          <pc:sldMk cId="0" sldId="269"/>
        </pc:sldMkLst>
      </pc:sldChg>
    </pc:docChg>
  </pc:docChgLst>
  <pc:docChgLst>
    <pc:chgData name="Лёвкина Наталья" userId="430a77c7-2aa0-412b-9874-6952fe3919bd" providerId="ADAL" clId="{7527D0F8-2351-409E-85E7-502C43E78A01}"/>
    <pc:docChg chg="modSld">
      <pc:chgData name="Лёвкина Наталья" userId="430a77c7-2aa0-412b-9874-6952fe3919bd" providerId="ADAL" clId="{7527D0F8-2351-409E-85E7-502C43E78A01}" dt="2021-09-27T06:53:39.368" v="1" actId="20577"/>
      <pc:docMkLst>
        <pc:docMk/>
      </pc:docMkLst>
      <pc:sldChg chg="modNotesTx">
        <pc:chgData name="Лёвкина Наталья" userId="430a77c7-2aa0-412b-9874-6952fe3919bd" providerId="ADAL" clId="{7527D0F8-2351-409E-85E7-502C43E78A01}" dt="2021-09-27T06:53:39.368" v="1" actId="20577"/>
        <pc:sldMkLst>
          <pc:docMk/>
          <pc:sldMk cId="2063599093" sldId="2833"/>
        </pc:sldMkLst>
      </pc:sldChg>
    </pc:docChg>
  </pc:docChgLst>
  <pc:docChgLst>
    <pc:chgData name="Торопова Анастасия Игоревна" userId="S::toropova_ai@archk.ru::ccf55b8b-4c71-4484-9ef8-91a0cbed1e94" providerId="AD" clId="Web-{3E1E5BA4-5829-1EA0-DC2C-C61A781B2C2F}"/>
    <pc:docChg chg="modSld">
      <pc:chgData name="Торопова Анастасия Игоревна" userId="S::toropova_ai@archk.ru::ccf55b8b-4c71-4484-9ef8-91a0cbed1e94" providerId="AD" clId="Web-{3E1E5BA4-5829-1EA0-DC2C-C61A781B2C2F}" dt="2023-04-04T11:51:17.882" v="16" actId="20577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3E1E5BA4-5829-1EA0-DC2C-C61A781B2C2F}" dt="2023-04-04T11:51:17.882" v="16" actId="20577"/>
        <pc:sldMkLst>
          <pc:docMk/>
          <pc:sldMk cId="1895345874" sldId="2920"/>
        </pc:sldMkLst>
      </pc:sldChg>
    </pc:docChg>
  </pc:docChgLst>
  <pc:docChgLst>
    <pc:chgData name="Торопова Анастасия Игоревна" userId="S::toropova_ai@archk.ru::ccf55b8b-4c71-4484-9ef8-91a0cbed1e94" providerId="AD" clId="Web-{A8C0055C-BFB3-CDD2-024C-AB8B8748D55A}"/>
    <pc:docChg chg="modSld">
      <pc:chgData name="Торопова Анастасия Игоревна" userId="S::toropova_ai@archk.ru::ccf55b8b-4c71-4484-9ef8-91a0cbed1e94" providerId="AD" clId="Web-{A8C0055C-BFB3-CDD2-024C-AB8B8748D55A}" dt="2023-01-23T12:12:26.564" v="4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A8C0055C-BFB3-CDD2-024C-AB8B8748D55A}" dt="2023-01-23T12:12:26.564" v="4" actId="20577"/>
        <pc:sldMkLst>
          <pc:docMk/>
          <pc:sldMk cId="0" sldId="269"/>
        </pc:sldMkLst>
      </pc:sldChg>
    </pc:docChg>
  </pc:docChgLst>
  <pc:docChgLst>
    <pc:chgData name="Торопова Анастасия Игоревна" userId="S::toropova_ai@archk.ru::ccf55b8b-4c71-4484-9ef8-91a0cbed1e94" providerId="AD" clId="Web-{84CCC0B4-A9A5-A15E-8BE4-A5D2B516E11F}"/>
    <pc:docChg chg="modSld">
      <pc:chgData name="Торопова Анастасия Игоревна" userId="S::toropova_ai@archk.ru::ccf55b8b-4c71-4484-9ef8-91a0cbed1e94" providerId="AD" clId="Web-{84CCC0B4-A9A5-A15E-8BE4-A5D2B516E11F}" dt="2023-01-17T07:35:50.906" v="83" actId="1076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84CCC0B4-A9A5-A15E-8BE4-A5D2B516E11F}" dt="2023-01-17T07:35:50.906" v="83" actId="1076"/>
        <pc:sldMkLst>
          <pc:docMk/>
          <pc:sldMk cId="0" sldId="269"/>
        </pc:sldMkLst>
      </pc:sldChg>
      <pc:sldChg chg="addSp delSp modSp">
        <pc:chgData name="Торопова Анастасия Игоревна" userId="S::toropova_ai@archk.ru::ccf55b8b-4c71-4484-9ef8-91a0cbed1e94" providerId="AD" clId="Web-{84CCC0B4-A9A5-A15E-8BE4-A5D2B516E11F}" dt="2023-01-17T07:34:52.342" v="82" actId="14100"/>
        <pc:sldMkLst>
          <pc:docMk/>
          <pc:sldMk cId="1895345874" sldId="2920"/>
        </pc:sldMkLst>
      </pc:sldChg>
    </pc:docChg>
  </pc:docChgLst>
  <pc:docChgLst>
    <pc:chgData name="Торопова Анастасия Игоревна" userId="S::toropova_ai@archk.ru::ccf55b8b-4c71-4484-9ef8-91a0cbed1e94" providerId="AD" clId="Web-{5C72C352-229F-3951-45FD-2259BF46AB15}"/>
    <pc:docChg chg="modSld">
      <pc:chgData name="Торопова Анастасия Игоревна" userId="S::toropova_ai@archk.ru::ccf55b8b-4c71-4484-9ef8-91a0cbed1e94" providerId="AD" clId="Web-{5C72C352-229F-3951-45FD-2259BF46AB15}" dt="2023-01-16T11:47:24.013" v="0"/>
      <pc:docMkLst>
        <pc:docMk/>
      </pc:docMkLst>
      <pc:sldChg chg="modSp">
        <pc:chgData name="Торопова Анастасия Игоревна" userId="S::toropova_ai@archk.ru::ccf55b8b-4c71-4484-9ef8-91a0cbed1e94" providerId="AD" clId="Web-{5C72C352-229F-3951-45FD-2259BF46AB15}" dt="2023-01-16T11:47:24.013" v="0"/>
        <pc:sldMkLst>
          <pc:docMk/>
          <pc:sldMk cId="1895345874" sldId="2920"/>
        </pc:sldMkLst>
      </pc:sldChg>
    </pc:docChg>
  </pc:docChgLst>
  <pc:docChgLst>
    <pc:chgData name="Осипенко Святослав Вячеславович" userId="2989a2a6-3e20-4aab-8dc9-0a51d28f28f4" providerId="ADAL" clId="{2C360BB8-4D04-46C6-BA4D-C380353793FC}"/>
    <pc:docChg chg="undo custSel modSld">
      <pc:chgData name="Осипенко Святослав Вячеславович" userId="2989a2a6-3e20-4aab-8dc9-0a51d28f28f4" providerId="ADAL" clId="{2C360BB8-4D04-46C6-BA4D-C380353793FC}" dt="2024-08-26T12:04:40.091" v="700" actId="1076"/>
      <pc:docMkLst>
        <pc:docMk/>
      </pc:docMkLst>
    </pc:docChg>
  </pc:docChgLst>
  <pc:docChgLst>
    <pc:chgData name="Осипенко Святослав Вячеславович" userId="2989a2a6-3e20-4aab-8dc9-0a51d28f28f4" providerId="ADAL" clId="{1D6D6D9C-1EDB-41EA-957E-B7B7FC186B9C}"/>
    <pc:docChg chg="undo redo custSel modSld">
      <pc:chgData name="Осипенко Святослав Вячеславович" userId="2989a2a6-3e20-4aab-8dc9-0a51d28f28f4" providerId="ADAL" clId="{1D6D6D9C-1EDB-41EA-957E-B7B7FC186B9C}" dt="2024-08-26T10:57:39.966" v="1334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1D6D6D9C-1EDB-41EA-957E-B7B7FC186B9C}" dt="2024-08-26T10:56:36.478" v="1306" actId="20577"/>
        <pc:sldMkLst>
          <pc:docMk/>
          <pc:sldMk cId="0" sldId="269"/>
        </pc:sldMkLst>
      </pc:sldChg>
      <pc:sldChg chg="addSp delSp modSp mod">
        <pc:chgData name="Осипенко Святослав Вячеславович" userId="2989a2a6-3e20-4aab-8dc9-0a51d28f28f4" providerId="ADAL" clId="{1D6D6D9C-1EDB-41EA-957E-B7B7FC186B9C}" dt="2024-08-26T10:57:39.966" v="1334"/>
        <pc:sldMkLst>
          <pc:docMk/>
          <pc:sldMk cId="1895345874" sldId="2920"/>
        </pc:sldMkLst>
      </pc:sldChg>
    </pc:docChg>
  </pc:docChgLst>
  <pc:docChgLst>
    <pc:chgData name="Голубцова Ирина" userId="27d87c29-388c-44f0-b2f5-6d4f14ff5069" providerId="ADAL" clId="{BB337B4A-C90B-4ACB-93B8-E161DBBB13FD}"/>
    <pc:docChg chg="modSld">
      <pc:chgData name="Голубцова Ирина" userId="27d87c29-388c-44f0-b2f5-6d4f14ff5069" providerId="ADAL" clId="{BB337B4A-C90B-4ACB-93B8-E161DBBB13FD}" dt="2025-06-19T09:24:53.810" v="0" actId="20577"/>
      <pc:docMkLst>
        <pc:docMk/>
      </pc:docMkLst>
      <pc:sldChg chg="modSp mod">
        <pc:chgData name="Голубцова Ирина" userId="27d87c29-388c-44f0-b2f5-6d4f14ff5069" providerId="ADAL" clId="{BB337B4A-C90B-4ACB-93B8-E161DBBB13FD}" dt="2025-06-19T09:24:53.810" v="0" actId="20577"/>
        <pc:sldMkLst>
          <pc:docMk/>
          <pc:sldMk cId="1895345874" sldId="2920"/>
        </pc:sldMkLst>
        <pc:spChg chg="mod">
          <ac:chgData name="Голубцова Ирина" userId="27d87c29-388c-44f0-b2f5-6d4f14ff5069" providerId="ADAL" clId="{BB337B4A-C90B-4ACB-93B8-E161DBBB13FD}" dt="2025-06-19T09:24:53.810" v="0" actId="20577"/>
          <ac:spMkLst>
            <pc:docMk/>
            <pc:sldMk cId="1895345874" sldId="2920"/>
            <ac:spMk id="41" creationId="{CE1D24DD-B923-A77A-6F54-AC8CBB150FFA}"/>
          </ac:spMkLst>
        </pc:spChg>
      </pc:sldChg>
    </pc:docChg>
  </pc:docChgLst>
  <pc:docChgLst>
    <pc:chgData name="Воронов Николай Сергеевич" userId="ba1749f1-fb58-49e1-b5af-bdcd05599662" providerId="ADAL" clId="{57D5AFC4-3C2D-431D-929E-8D9FF323FE9E}"/>
    <pc:docChg chg="undo custSel modSld">
      <pc:chgData name="Воронов Николай Сергеевич" userId="ba1749f1-fb58-49e1-b5af-bdcd05599662" providerId="ADAL" clId="{57D5AFC4-3C2D-431D-929E-8D9FF323FE9E}" dt="2023-03-31T18:49:30.348" v="3" actId="27636"/>
      <pc:docMkLst>
        <pc:docMk/>
      </pc:docMkLst>
    </pc:docChg>
  </pc:docChgLst>
  <pc:docChgLst>
    <pc:chgData name="Осипенко Святослав Вячеславович" userId="2989a2a6-3e20-4aab-8dc9-0a51d28f28f4" providerId="ADAL" clId="{527CE06F-F21C-4843-BB7C-69FB0C41EEC4}"/>
    <pc:docChg chg="undo custSel modSld">
      <pc:chgData name="Осипенко Святослав Вячеславович" userId="2989a2a6-3e20-4aab-8dc9-0a51d28f28f4" providerId="ADAL" clId="{527CE06F-F21C-4843-BB7C-69FB0C41EEC4}" dt="2024-02-24T08:46:19.331" v="1010" actId="20577"/>
      <pc:docMkLst>
        <pc:docMk/>
      </pc:docMkLst>
      <pc:sldChg chg="addSp delSp modSp mod modNotesTx">
        <pc:chgData name="Осипенко Святослав Вячеславович" userId="2989a2a6-3e20-4aab-8dc9-0a51d28f28f4" providerId="ADAL" clId="{527CE06F-F21C-4843-BB7C-69FB0C41EEC4}" dt="2024-02-24T08:46:19.331" v="1010" actId="20577"/>
        <pc:sldMkLst>
          <pc:docMk/>
          <pc:sldMk cId="0" sldId="269"/>
        </pc:sldMkLst>
      </pc:sldChg>
    </pc:docChg>
  </pc:docChgLst>
  <pc:docChgLst>
    <pc:chgData name="Осипенко Святослав Вячеславович" userId="c86cff60-98fb-424b-bb69-33baf9820327" providerId="ADAL" clId="{5762A938-7BDE-4EE4-BF3F-6CF85492ECD0}"/>
    <pc:docChg chg="undo redo custSel modSld">
      <pc:chgData name="Осипенко Святослав Вячеславович" userId="c86cff60-98fb-424b-bb69-33baf9820327" providerId="ADAL" clId="{5762A938-7BDE-4EE4-BF3F-6CF85492ECD0}" dt="2023-07-28T12:13:32.241" v="2111" actId="1076"/>
      <pc:docMkLst>
        <pc:docMk/>
      </pc:docMkLst>
      <pc:sldChg chg="addSp delSp modSp mod">
        <pc:chgData name="Осипенко Святослав Вячеславович" userId="c86cff60-98fb-424b-bb69-33baf9820327" providerId="ADAL" clId="{5762A938-7BDE-4EE4-BF3F-6CF85492ECD0}" dt="2023-07-28T12:13:32.241" v="2111" actId="1076"/>
        <pc:sldMkLst>
          <pc:docMk/>
          <pc:sldMk cId="1895345874" sldId="2920"/>
        </pc:sldMkLst>
      </pc:sldChg>
    </pc:docChg>
  </pc:docChgLst>
  <pc:docChgLst>
    <pc:chgData name="Осипенко Святослав Вячеславович" userId="c86cff60-98fb-424b-bb69-33baf9820327" providerId="ADAL" clId="{9CF033B9-B141-4BB7-BFB5-F26A97F58B32}"/>
    <pc:docChg chg="undo redo custSel modSld">
      <pc:chgData name="Осипенко Святослав Вячеславович" userId="c86cff60-98fb-424b-bb69-33baf9820327" providerId="ADAL" clId="{9CF033B9-B141-4BB7-BFB5-F26A97F58B32}" dt="2023-10-25T06:07:32.718" v="1359" actId="1076"/>
      <pc:docMkLst>
        <pc:docMk/>
      </pc:docMkLst>
      <pc:sldChg chg="addSp delSp modSp mod modNotesTx">
        <pc:chgData name="Осипенко Святослав Вячеславович" userId="c86cff60-98fb-424b-bb69-33baf9820327" providerId="ADAL" clId="{9CF033B9-B141-4BB7-BFB5-F26A97F58B32}" dt="2023-10-25T06:05:39.997" v="1324" actId="20578"/>
        <pc:sldMkLst>
          <pc:docMk/>
          <pc:sldMk cId="0" sldId="269"/>
        </pc:sldMkLst>
      </pc:sldChg>
      <pc:sldChg chg="addSp delSp modSp mod modNotesTx">
        <pc:chgData name="Осипенко Святослав Вячеславович" userId="c86cff60-98fb-424b-bb69-33baf9820327" providerId="ADAL" clId="{9CF033B9-B141-4BB7-BFB5-F26A97F58B32}" dt="2023-10-25T06:07:32.718" v="1359" actId="1076"/>
        <pc:sldMkLst>
          <pc:docMk/>
          <pc:sldMk cId="1895345874" sldId="29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sz="1600" dirty="0"/>
            </a:br>
            <a:r>
              <a:rPr lang="ru-RU" sz="1600" dirty="0"/>
              <a:t>*</a:t>
            </a:r>
            <a:r>
              <a:rPr lang="ru-RU" sz="1600" b="1" dirty="0"/>
              <a:t>Контактная информация: </a:t>
            </a:r>
            <a:r>
              <a:rPr lang="ru-RU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Александр;</a:t>
            </a:r>
            <a:r>
              <a:rPr lang="ru-RU" sz="1600" b="0" dirty="0"/>
              <a:t> </a:t>
            </a:r>
            <a:r>
              <a:rPr lang="ru-RU" sz="1600" dirty="0"/>
              <a:t>+79312409850; </a:t>
            </a:r>
            <a:br>
              <a:rPr lang="ru-RU" sz="1600" dirty="0"/>
            </a:br>
            <a:r>
              <a:rPr lang="ru-RU" sz="1600" dirty="0"/>
              <a:t>*</a:t>
            </a:r>
            <a:r>
              <a:rPr lang="ru-RU" sz="1600" b="1" dirty="0"/>
              <a:t>Срок реализации проекта: </a:t>
            </a:r>
            <a:r>
              <a:rPr lang="ru-RU" sz="1600" dirty="0"/>
              <a:t>с августа 2024 по декабрь 2024, результаты за 4 мес. работы</a:t>
            </a:r>
          </a:p>
          <a:p>
            <a:r>
              <a:rPr lang="ru-RU" sz="1600" dirty="0"/>
              <a:t>*</a:t>
            </a:r>
            <a:r>
              <a:rPr lang="ru-RU" sz="1600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sz="1600" dirty="0"/>
              <a:t>Режим работы предприятия/потока – 1 сменный режим работы (по 8 часов) </a:t>
            </a:r>
          </a:p>
          <a:p>
            <a:pPr marL="171450" indent="-171450">
              <a:buFontTx/>
              <a:buChar char="-"/>
            </a:pPr>
            <a:r>
              <a:rPr lang="ru-RU" sz="1600" dirty="0"/>
              <a:t>Численность сотрудников предприятия – около 300 чел.</a:t>
            </a:r>
          </a:p>
          <a:p>
            <a:pPr marL="171450" indent="-171450">
              <a:buFontTx/>
              <a:buChar char="-"/>
            </a:pPr>
            <a:r>
              <a:rPr lang="ru-RU" sz="1600" dirty="0"/>
              <a:t>Причина открытия проекта в этом потоке –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связи с увеличением потребности заказчиков на продукцию. </a:t>
            </a:r>
            <a:endParaRPr lang="ru-RU" sz="1600" dirty="0"/>
          </a:p>
          <a:p>
            <a:pPr marL="171450" indent="-171450">
              <a:buFontTx/>
              <a:buChar char="-"/>
            </a:pPr>
            <a:endParaRPr lang="ru-RU" sz="1600" b="1" dirty="0"/>
          </a:p>
          <a:p>
            <a:pPr marL="0" indent="0">
              <a:buFontTx/>
              <a:buNone/>
            </a:pPr>
            <a:r>
              <a:rPr lang="ru-RU" sz="1600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Панель заднего пола 65500 изготавливается для дальнейшего производства автомобиля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Hyundai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solaris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ru-RU" sz="1600" b="1" dirty="0">
              <a:solidFill>
                <a:srgbClr val="FFFF00"/>
              </a:solidFill>
            </a:endParaRPr>
          </a:p>
          <a:p>
            <a:pPr marL="0" indent="0">
              <a:buFontTx/>
              <a:buNone/>
            </a:pPr>
            <a:r>
              <a:rPr lang="ru-RU" sz="1600" b="1" dirty="0"/>
              <a:t>Информация о проекте: </a:t>
            </a: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Длительное простои при запуске линии</a:t>
            </a: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600" dirty="0">
                <a:latin typeface="Open Sans"/>
                <a:ea typeface="Open Sans"/>
                <a:cs typeface="Open Sans"/>
              </a:rPr>
              <a:t>разработана схема постоянной подачи воздуха в пневматическую линию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600" b="0" dirty="0">
                <a:latin typeface="Open Sans"/>
                <a:ea typeface="Open Sans"/>
                <a:cs typeface="Open Sans"/>
              </a:rPr>
              <a:t>Повышение выработки на 6%</a:t>
            </a:r>
          </a:p>
          <a:p>
            <a:pPr lvl="0"/>
            <a:endParaRPr lang="ru-RU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600" dirty="0">
                <a:latin typeface="Open Sans"/>
                <a:ea typeface="Verdana"/>
                <a:cs typeface="Open Sans"/>
              </a:rPr>
              <a:t>Лишнее </a:t>
            </a:r>
            <a:r>
              <a:rPr lang="ru-RU" sz="1600" dirty="0" err="1">
                <a:latin typeface="Open Sans"/>
                <a:ea typeface="Verdana"/>
                <a:cs typeface="Open Sans"/>
              </a:rPr>
              <a:t>пролеживание</a:t>
            </a:r>
            <a:r>
              <a:rPr lang="ru-RU" sz="1600" dirty="0">
                <a:latin typeface="Open Sans"/>
                <a:ea typeface="Verdana"/>
                <a:cs typeface="Open Sans"/>
              </a:rPr>
              <a:t> комплектующих (на складе и в промежуточном месте хранения)</a:t>
            </a: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600" dirty="0">
                <a:latin typeface="Open Sans"/>
                <a:ea typeface="Open Sans"/>
                <a:cs typeface="Open Sans"/>
              </a:rPr>
              <a:t>Изменена схема комплектования деталей на сварочную линию (упразднено промежуточное хранение деталей)</a:t>
            </a: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latin typeface="Open Sans"/>
                <a:ea typeface="Open Sans"/>
                <a:cs typeface="Open Sans"/>
              </a:rPr>
              <a:t>Сокращение </a:t>
            </a:r>
            <a:r>
              <a:rPr lang="ru-RU" sz="1600" b="0" dirty="0">
                <a:latin typeface="Open Sans"/>
                <a:ea typeface="Open Sans"/>
                <a:cs typeface="Open Sans"/>
              </a:rPr>
              <a:t>запасов комплектующих на 16%</a:t>
            </a:r>
          </a:p>
          <a:p>
            <a:pPr lvl="0"/>
            <a:endParaRPr lang="ru-RU" sz="1600" dirty="0">
              <a:latin typeface="Open Sans"/>
              <a:ea typeface="Open Sans"/>
              <a:cs typeface="Open Sans"/>
            </a:endParaRP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600" dirty="0">
                <a:latin typeface="Open Sans"/>
                <a:ea typeface="Verdana"/>
                <a:cs typeface="Open Sans"/>
              </a:rPr>
              <a:t>Длительное время замены сварочных наконечников</a:t>
            </a: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600" dirty="0">
                <a:latin typeface="Open Sans"/>
                <a:ea typeface="Verdana"/>
                <a:cs typeface="Open Sans"/>
              </a:rPr>
              <a:t>Внедрен производственный анализ в потоке производства, с выявлением причин простоя, что позволило </a:t>
            </a:r>
          </a:p>
          <a:p>
            <a:pPr lvl="0"/>
            <a:r>
              <a:rPr lang="ru-RU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600" b="0" dirty="0">
                <a:latin typeface="Open Sans"/>
                <a:ea typeface="Open Sans"/>
                <a:cs typeface="Open Sans"/>
              </a:rPr>
              <a:t>Повышение выработки на 10%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Контактная информация: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Александр;</a:t>
            </a:r>
            <a:r>
              <a:rPr lang="ru-RU" b="0" dirty="0"/>
              <a:t> </a:t>
            </a:r>
            <a:r>
              <a:rPr lang="ru-RU" dirty="0"/>
              <a:t>+79312409850;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Срок реализации проекта: </a:t>
            </a:r>
            <a:r>
              <a:rPr lang="ru-RU" dirty="0"/>
              <a:t>с августа 2024 по декабрь 2024, результаты за 4 мес. работы</a:t>
            </a:r>
          </a:p>
          <a:p>
            <a:r>
              <a:rPr lang="ru-RU" dirty="0"/>
              <a:t>*</a:t>
            </a:r>
            <a:r>
              <a:rPr lang="ru-RU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Режим работы предприятия/потока – 1 сменный режим работы (по 8 часов) </a:t>
            </a:r>
          </a:p>
          <a:p>
            <a:pPr marL="171450" indent="-171450">
              <a:buFontTx/>
              <a:buChar char="-"/>
            </a:pPr>
            <a:r>
              <a:rPr lang="ru-RU" dirty="0"/>
              <a:t>Численность сотрудников предприятия – около 300 чел.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Причина открытия проекта в этом потоке –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связи с увеличением потребности заказчиков на продукцию. </a:t>
            </a:r>
            <a:endParaRPr lang="ru-RU" dirty="0"/>
          </a:p>
          <a:p>
            <a:pPr marL="171450" indent="-171450">
              <a:buFontTx/>
              <a:buChar char="-"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Панель заднего пола 65500 изготавливается для дальнейшего производства автомобиля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Hyundai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solaris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ru-RU" b="1" dirty="0">
              <a:solidFill>
                <a:srgbClr val="FFFF00"/>
              </a:solidFill>
            </a:endParaRPr>
          </a:p>
          <a:p>
            <a:pPr marL="0" indent="0">
              <a:buFontTx/>
              <a:buNone/>
            </a:pPr>
            <a:r>
              <a:rPr lang="ru-RU" b="1" dirty="0"/>
              <a:t>Информация о проекте: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Длительное простои при запуске линии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200" dirty="0">
                <a:latin typeface="Open Sans"/>
                <a:ea typeface="Open Sans"/>
                <a:cs typeface="Open Sans"/>
              </a:rPr>
              <a:t>разработана схема постоянной подачи воздуха в пневматическую линию</a:t>
            </a:r>
          </a:p>
          <a:p>
            <a:pPr marL="0" indent="0" algn="just">
              <a:spcBef>
                <a:spcPts val="600"/>
              </a:spcBef>
              <a:buFont typeface="+mj-lt"/>
              <a:buNone/>
            </a:pP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200" b="0" dirty="0">
                <a:latin typeface="Open Sans"/>
                <a:ea typeface="Open Sans"/>
                <a:cs typeface="Open Sans"/>
              </a:rPr>
              <a:t>Повышение выработки на 6%</a:t>
            </a:r>
          </a:p>
          <a:p>
            <a:pPr lvl="0"/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Лишнее </a:t>
            </a:r>
            <a:r>
              <a:rPr lang="ru-RU" sz="1200" dirty="0" err="1">
                <a:latin typeface="Open Sans"/>
                <a:ea typeface="Verdana"/>
                <a:cs typeface="Open Sans"/>
              </a:rPr>
              <a:t>пролеживание</a:t>
            </a:r>
            <a:r>
              <a:rPr lang="ru-RU" sz="1200" dirty="0">
                <a:latin typeface="Open Sans"/>
                <a:ea typeface="Verdana"/>
                <a:cs typeface="Open Sans"/>
              </a:rPr>
              <a:t> комплектующих (на складе и в промежуточном месте хранения)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dirty="0">
                <a:latin typeface="Open Sans"/>
                <a:ea typeface="Open Sans"/>
                <a:cs typeface="Open Sans"/>
              </a:rPr>
              <a:t>Изменена схема комплектования деталей на сварочную линию (упразднено промежуточное хранение деталей)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Open Sans"/>
                <a:ea typeface="Open Sans"/>
                <a:cs typeface="Open Sans"/>
              </a:rPr>
              <a:t>Сокращение </a:t>
            </a:r>
            <a:r>
              <a:rPr lang="ru-RU" sz="1200" b="0" dirty="0">
                <a:latin typeface="Open Sans"/>
                <a:ea typeface="Open Sans"/>
                <a:cs typeface="Open Sans"/>
              </a:rPr>
              <a:t>запасов комплектующих на 16%</a:t>
            </a:r>
          </a:p>
          <a:p>
            <a:pPr lvl="0"/>
            <a:endParaRPr lang="ru-RU" sz="1200" dirty="0">
              <a:latin typeface="Open Sans"/>
              <a:ea typeface="Open Sans"/>
              <a:cs typeface="Open Sans"/>
            </a:endParaRP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Длительное время замены сварочных наконечников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dirty="0">
                <a:latin typeface="Open Sans"/>
                <a:ea typeface="Verdana"/>
                <a:cs typeface="Open Sans"/>
              </a:rPr>
              <a:t>Внедрен производственный анализ в потоке производства, с выявлением причин простоя, что позволило </a:t>
            </a:r>
          </a:p>
          <a:p>
            <a:pPr lvl="0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lvl="0"/>
            <a:r>
              <a:rPr lang="ru-RU" sz="1200" b="0" dirty="0">
                <a:latin typeface="Open Sans"/>
                <a:ea typeface="Open Sans"/>
                <a:cs typeface="Open Sans"/>
              </a:rPr>
              <a:t>Повышение выработки на 10%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28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18.08.2025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2568463" y="117670"/>
            <a:ext cx="7994800" cy="69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0" b="1" dirty="0">
                <a:solidFill>
                  <a:srgbClr val="094697"/>
                </a:solidFill>
                <a:latin typeface="Montserrat ExtraBold"/>
                <a:ea typeface="Open Sans"/>
                <a:cs typeface="Open Sans"/>
                <a:sym typeface="Montserrat ExtraBold"/>
              </a:rPr>
              <a:t>ПРИМЕРЫ ВСКРЫТИЯ РЕЗЕРВОВ ПРОИЗВОДИТЕЛЬНОСТИ</a:t>
            </a:r>
            <a:endParaRPr lang="ru-RU" sz="1700" b="1">
              <a:solidFill>
                <a:srgbClr val="094697"/>
              </a:solidFill>
              <a:latin typeface="Montserrat ExtraBold"/>
              <a:ea typeface="Open Sans"/>
              <a:cs typeface="Open Sans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4"/>
            <a:ext cx="1356565" cy="5813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gf9645b2320_6_610"/>
          <p:cNvGrpSpPr/>
          <p:nvPr/>
        </p:nvGrpSpPr>
        <p:grpSpPr>
          <a:xfrm>
            <a:off x="2449569" y="1138282"/>
            <a:ext cx="395513" cy="396181"/>
            <a:chOff x="5062425" y="6991838"/>
            <a:chExt cx="717550" cy="718762"/>
          </a:xfrm>
        </p:grpSpPr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grpSp>
        <p:nvGrpSpPr>
          <p:cNvPr id="631" name="Google Shape;631;gf9645b2320_6_610"/>
          <p:cNvGrpSpPr/>
          <p:nvPr/>
        </p:nvGrpSpPr>
        <p:grpSpPr>
          <a:xfrm flipH="1">
            <a:off x="21167" y="6363923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991403" y="1159366"/>
            <a:ext cx="3537006" cy="6607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r>
              <a:rPr lang="ru-RU" sz="1650" b="1" dirty="0">
                <a:solidFill>
                  <a:srgbClr val="EF3B2D"/>
                </a:solidFill>
                <a:latin typeface="Open Sans"/>
                <a:ea typeface="Montserrat"/>
                <a:cs typeface="Montserrat"/>
                <a:sym typeface="Montserrat"/>
              </a:rPr>
              <a:t>ООО «</a:t>
            </a:r>
            <a:r>
              <a:rPr lang="ru-RU" sz="1650" b="1" dirty="0" err="1">
                <a:solidFill>
                  <a:srgbClr val="EF3B2D"/>
                </a:solidFill>
                <a:latin typeface="Open Sans"/>
                <a:ea typeface="Montserrat"/>
                <a:cs typeface="Montserrat"/>
                <a:sym typeface="Montserrat"/>
              </a:rPr>
              <a:t>Петерформ</a:t>
            </a:r>
            <a:r>
              <a:rPr lang="ru-RU" sz="1650" b="1" dirty="0">
                <a:solidFill>
                  <a:srgbClr val="EF3B2D"/>
                </a:solidFill>
                <a:latin typeface="Open Sans"/>
                <a:ea typeface="Montserrat"/>
                <a:cs typeface="Montserrat"/>
                <a:sym typeface="Montserrat"/>
              </a:rPr>
              <a:t>»</a:t>
            </a:r>
            <a:endParaRPr lang="ru-RU" sz="1650" dirty="0">
              <a:solidFill>
                <a:srgbClr val="EF3B2D"/>
              </a:solidFill>
              <a:latin typeface="Open Sans"/>
              <a:ea typeface="+mj-lt"/>
              <a:cs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1127"/>
            </a:pPr>
            <a:endParaRPr lang="ru-RU" sz="1650" b="1" dirty="0">
              <a:solidFill>
                <a:srgbClr val="EF3B2D"/>
              </a:solidFill>
              <a:latin typeface="Open Sans"/>
              <a:ea typeface="Montserrat"/>
              <a:cs typeface="Montserrat"/>
            </a:endParaRPr>
          </a:p>
        </p:txBody>
      </p:sp>
      <p:sp>
        <p:nvSpPr>
          <p:cNvPr id="639" name="Google Shape;639;gf9645b2320_6_610"/>
          <p:cNvSpPr txBox="1"/>
          <p:nvPr/>
        </p:nvSpPr>
        <p:spPr>
          <a:xfrm>
            <a:off x="4524410" y="1034072"/>
            <a:ext cx="5583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</a:rPr>
              <a:t>29.32 Производство комплектующих и принадлежностей для автотранспортных средств</a:t>
            </a:r>
            <a:endParaRPr lang="ru-RU" dirty="0">
              <a:solidFill>
                <a:schemeClr val="bg1">
                  <a:lumMod val="50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21167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21167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21167" y="2770775"/>
            <a:ext cx="3248839" cy="7970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45085" indent="0" defTabSz="1625478">
              <a:spcBef>
                <a:spcPts val="1777"/>
              </a:spcBef>
              <a:buNone/>
              <a:defRPr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/>
                <a:ea typeface="Open Sans"/>
                <a:cs typeface="Open Sans"/>
              </a:rPr>
              <a:t>Увеличение выработки панелей заднего пола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303085" y="2563742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605506" y="2547787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725470" y="2534365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923602" y="4345522"/>
            <a:ext cx="2404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шт./смену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gf9645b2320_6_610"/>
          <p:cNvSpPr txBox="1"/>
          <p:nvPr/>
        </p:nvSpPr>
        <p:spPr>
          <a:xfrm>
            <a:off x="8867039" y="4990998"/>
            <a:ext cx="9271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100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gf9645b2320_6_610"/>
          <p:cNvSpPr txBox="1"/>
          <p:nvPr/>
        </p:nvSpPr>
        <p:spPr>
          <a:xfrm>
            <a:off x="10615546" y="4642731"/>
            <a:ext cx="100877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120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765051" y="4773534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gf9645b2320_6_610"/>
          <p:cNvSpPr txBox="1"/>
          <p:nvPr/>
        </p:nvSpPr>
        <p:spPr>
          <a:xfrm>
            <a:off x="9616892" y="4677851"/>
            <a:ext cx="912552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+20%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8962066" y="4788688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799196" y="4913326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911042" y="5500600"/>
            <a:ext cx="2404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НЗП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шт.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gf9645b2320_6_610"/>
          <p:cNvSpPr txBox="1"/>
          <p:nvPr/>
        </p:nvSpPr>
        <p:spPr>
          <a:xfrm>
            <a:off x="8908631" y="5775523"/>
            <a:ext cx="7557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3700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gf9645b2320_6_610"/>
          <p:cNvSpPr txBox="1"/>
          <p:nvPr/>
        </p:nvSpPr>
        <p:spPr>
          <a:xfrm>
            <a:off x="10719732" y="6150294"/>
            <a:ext cx="8139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3100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gf9645b2320_6_610"/>
          <p:cNvCxnSpPr>
            <a:cxnSpLocks/>
          </p:cNvCxnSpPr>
          <p:nvPr/>
        </p:nvCxnSpPr>
        <p:spPr>
          <a:xfrm flipH="1" flipV="1">
            <a:off x="9544001" y="6041022"/>
            <a:ext cx="1255195" cy="506927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803346" y="5777335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-16%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1" name="Google Shape;661;gf9645b2320_6_610"/>
          <p:cNvSpPr txBox="1"/>
          <p:nvPr/>
        </p:nvSpPr>
        <p:spPr>
          <a:xfrm>
            <a:off x="8934501" y="5991231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f9645b2320_6_610"/>
          <p:cNvSpPr txBox="1"/>
          <p:nvPr/>
        </p:nvSpPr>
        <p:spPr>
          <a:xfrm>
            <a:off x="10791294" y="6351646"/>
            <a:ext cx="673143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835050" y="3147055"/>
            <a:ext cx="32224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200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час.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gf9645b2320_6_610"/>
          <p:cNvSpPr txBox="1"/>
          <p:nvPr/>
        </p:nvSpPr>
        <p:spPr>
          <a:xfrm>
            <a:off x="8748384" y="3347023"/>
            <a:ext cx="71778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131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sp>
        <p:nvSpPr>
          <p:cNvPr id="665" name="Google Shape;665;gf9645b2320_6_610"/>
          <p:cNvSpPr txBox="1"/>
          <p:nvPr/>
        </p:nvSpPr>
        <p:spPr>
          <a:xfrm>
            <a:off x="10853264" y="3731912"/>
            <a:ext cx="59552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128</a:t>
            </a:r>
            <a:endParaRPr lang="ru-RU" sz="1400" b="1" dirty="0">
              <a:latin typeface="Montserrat"/>
              <a:ea typeface="Montserrat"/>
              <a:cs typeface="Montserrat"/>
            </a:endParaRPr>
          </a:p>
        </p:txBody>
      </p:sp>
      <p:cxnSp>
        <p:nvCxnSpPr>
          <p:cNvPr id="666" name="Google Shape;666;gf9645b2320_6_610"/>
          <p:cNvCxnSpPr>
            <a:cxnSpLocks/>
          </p:cNvCxnSpPr>
          <p:nvPr/>
        </p:nvCxnSpPr>
        <p:spPr>
          <a:xfrm flipH="1" flipV="1">
            <a:off x="9392053" y="3577902"/>
            <a:ext cx="1419081" cy="491726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765051" y="3273720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-2%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8" name="Google Shape;668;gf9645b2320_6_610"/>
          <p:cNvSpPr txBox="1"/>
          <p:nvPr/>
        </p:nvSpPr>
        <p:spPr>
          <a:xfrm>
            <a:off x="8855584" y="3590223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f9645b2320_6_610"/>
          <p:cNvSpPr txBox="1"/>
          <p:nvPr/>
        </p:nvSpPr>
        <p:spPr>
          <a:xfrm>
            <a:off x="10752161" y="3974768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Текст 3">
            <a:extLst>
              <a:ext uri="{FF2B5EF4-FFF2-40B4-BE49-F238E27FC236}">
                <a16:creationId xmlns:a16="http://schemas.microsoft.com/office/drawing/2014/main" id="{708E648B-3E83-4024-A470-0CAF496988AF}"/>
              </a:ext>
            </a:extLst>
          </p:cNvPr>
          <p:cNvSpPr txBox="1">
            <a:spLocks/>
          </p:cNvSpPr>
          <p:nvPr/>
        </p:nvSpPr>
        <p:spPr>
          <a:xfrm>
            <a:off x="1804390" y="2025230"/>
            <a:ext cx="9788784" cy="5819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</a:t>
            </a:r>
            <a:r>
              <a:rPr lang="ru-RU" sz="24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Производство панели заднего пола для автомобиля</a:t>
            </a:r>
            <a:r>
              <a:rPr lang="ru-RU" sz="240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</p:txBody>
      </p:sp>
      <p:sp>
        <p:nvSpPr>
          <p:cNvPr id="62" name="Текст 5">
            <a:extLst>
              <a:ext uri="{FF2B5EF4-FFF2-40B4-BE49-F238E27FC236}">
                <a16:creationId xmlns:a16="http://schemas.microsoft.com/office/drawing/2014/main" id="{51FB38B2-90A5-46D8-9F16-5B596D343557}"/>
              </a:ext>
            </a:extLst>
          </p:cNvPr>
          <p:cNvSpPr txBox="1">
            <a:spLocks/>
          </p:cNvSpPr>
          <p:nvPr/>
        </p:nvSpPr>
        <p:spPr>
          <a:xfrm>
            <a:off x="3163027" y="2897810"/>
            <a:ext cx="5517522" cy="295670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Для сокращения времени настройки линии перед запуском разработана схема постоянной подачи воздуха в пневматическую линию, что позволило,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что позволило увеличить выработку на 6% 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Изменена схема комплектования деталей на сварочную линию (упразднено промежуточное хранение деталей),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запасы комплектующих на 16%</a:t>
            </a:r>
            <a:endParaRPr lang="ru-RU" sz="1600" dirty="0">
              <a:latin typeface="Open Sans"/>
              <a:ea typeface="Open Sans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Ручная замена сварочных наконечников для контактной сварки заменена на автоматическую,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что позволило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повысить выработку на 10%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0EBCBE-ECCF-11C4-B585-3EE4D10F5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48" y="3763880"/>
            <a:ext cx="297180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-16263" y="1083182"/>
            <a:ext cx="12208263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152838" y="2074619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383477" y="2752754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C87CCD5-5D3A-D922-FDE3-B19FEE281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752930" y="2929210"/>
            <a:ext cx="7081300" cy="6858000"/>
          </a:xfrm>
          <a:prstGeom prst="rect">
            <a:avLst/>
          </a:prstGeom>
        </p:spPr>
      </p:pic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7B05325-7B95-FC98-2AE7-2758C48A8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1835" y="3744231"/>
            <a:ext cx="70813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439133" y="3246823"/>
            <a:ext cx="4007203" cy="3427733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-2%</a:t>
            </a:r>
          </a:p>
          <a:p>
            <a:r>
              <a:rPr lang="ru-RU" sz="1470" dirty="0">
                <a:latin typeface="Montserrat" panose="00000500000000000000" pitchFamily="2" charset="-52"/>
              </a:rPr>
              <a:t>время протекания процесса</a:t>
            </a:r>
          </a:p>
          <a:p>
            <a:r>
              <a:rPr lang="ru-RU" sz="1470" b="1" dirty="0">
                <a:solidFill>
                  <a:srgbClr val="245AA2"/>
                </a:solidFill>
                <a:latin typeface="Montserrat" panose="00000500000000000000" pitchFamily="2" charset="-52"/>
              </a:rPr>
              <a:t> </a:t>
            </a:r>
            <a:br>
              <a:rPr lang="ru-RU" sz="3733" b="1" dirty="0">
                <a:solidFill>
                  <a:srgbClr val="245AA2"/>
                </a:solidFill>
                <a:latin typeface="Montserrat ExtraBold"/>
              </a:rPr>
            </a:br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+20%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b="1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-16%</a:t>
            </a:r>
          </a:p>
          <a:p>
            <a:r>
              <a:rPr lang="ru-RU" sz="1467" dirty="0">
                <a:latin typeface="Montserrat"/>
              </a:rPr>
              <a:t>незавершенное производство </a:t>
            </a:r>
            <a:br>
              <a:rPr lang="ru-RU" sz="1467" dirty="0">
                <a:latin typeface="Montserrat"/>
              </a:rPr>
            </a:br>
            <a:r>
              <a:rPr lang="ru-RU" sz="1467" dirty="0">
                <a:latin typeface="Montserrat"/>
              </a:rPr>
              <a:t>в потоке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015635A7-9CE0-0943-38C1-9960A709FFFE}"/>
              </a:ext>
            </a:extLst>
          </p:cNvPr>
          <p:cNvSpPr txBox="1">
            <a:spLocks/>
          </p:cNvSpPr>
          <p:nvPr/>
        </p:nvSpPr>
        <p:spPr>
          <a:xfrm>
            <a:off x="805937" y="1233641"/>
            <a:ext cx="11198304" cy="5819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</a:t>
            </a:r>
            <a:r>
              <a:rPr lang="ru-RU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Производство панели заднего пола для автомобиля</a:t>
            </a: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</a:p>
          <a:p>
            <a:endParaRPr lang="ru-RU" dirty="0"/>
          </a:p>
        </p:txBody>
      </p:sp>
      <p:sp>
        <p:nvSpPr>
          <p:cNvPr id="5" name="Google Shape;644;gf9645b2320_6_610">
            <a:extLst>
              <a:ext uri="{FF2B5EF4-FFF2-40B4-BE49-F238E27FC236}">
                <a16:creationId xmlns:a16="http://schemas.microsoft.com/office/drawing/2014/main" id="{4C8868D4-6A51-6D5C-2469-4C098F3D8B7B}"/>
              </a:ext>
            </a:extLst>
          </p:cNvPr>
          <p:cNvSpPr txBox="1">
            <a:spLocks/>
          </p:cNvSpPr>
          <p:nvPr/>
        </p:nvSpPr>
        <p:spPr>
          <a:xfrm>
            <a:off x="2527283" y="1928562"/>
            <a:ext cx="6306178" cy="5754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85" indent="0" defTabSz="1625478">
              <a:spcBef>
                <a:spcPts val="1777"/>
              </a:spcBef>
              <a:buNone/>
              <a:defRPr/>
            </a:pPr>
            <a:r>
              <a:rPr lang="ru-RU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/>
                <a:ea typeface="Open Sans"/>
                <a:cs typeface="Open Sans"/>
              </a:rPr>
              <a:t>Увеличение выработки панелей заднего пола</a:t>
            </a: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40A92AF0-2319-BA62-8B71-398567E35AF0}"/>
              </a:ext>
            </a:extLst>
          </p:cNvPr>
          <p:cNvSpPr txBox="1">
            <a:spLocks/>
          </p:cNvSpPr>
          <p:nvPr/>
        </p:nvSpPr>
        <p:spPr>
          <a:xfrm>
            <a:off x="2921611" y="2929210"/>
            <a:ext cx="5517522" cy="295670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Для сокращения времени настройки линии перед запуском разработана схема постоянной подачи воздуха в пневматическую линию, что позволило,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что позволило увеличить выработку на 6% 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dirty="0">
                <a:latin typeface="Open Sans"/>
                <a:ea typeface="Open Sans"/>
                <a:cs typeface="Open Sans"/>
              </a:rPr>
              <a:t>Изменена схема комплектования деталей на сварочную линию (упразднено промежуточное хранение деталей), что позволило </a:t>
            </a:r>
            <a:r>
              <a:rPr lang="ru-RU" sz="1600" b="1" dirty="0">
                <a:latin typeface="Open Sans"/>
                <a:ea typeface="Open Sans"/>
                <a:cs typeface="Open Sans"/>
              </a:rPr>
              <a:t>сократить запасы комплектующих на 16%</a:t>
            </a:r>
            <a:endParaRPr lang="ru-RU" sz="1600" dirty="0">
              <a:latin typeface="Open Sans"/>
              <a:ea typeface="Open Sans"/>
              <a:cs typeface="Open Sans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ru-RU" sz="1600" dirty="0">
                <a:latin typeface="Open Sans"/>
                <a:ea typeface="Verdana"/>
                <a:cs typeface="Open Sans"/>
              </a:rPr>
              <a:t>Ручная замена сварочных наконечников для контактной сварки заменена на автоматическую,</a:t>
            </a:r>
            <a:r>
              <a:rPr lang="ru-RU" sz="1600" dirty="0">
                <a:latin typeface="Open Sans"/>
                <a:ea typeface="Open Sans"/>
                <a:cs typeface="Open Sans"/>
              </a:rPr>
              <a:t> что позволило </a:t>
            </a:r>
            <a:r>
              <a:rPr lang="ru-RU" sz="1600" b="1" dirty="0">
                <a:latin typeface="Open Sans"/>
                <a:ea typeface="Verdana"/>
                <a:cs typeface="Open Sans"/>
              </a:rPr>
              <a:t>повысить выработку на 10%</a:t>
            </a:r>
          </a:p>
        </p:txBody>
      </p:sp>
      <p:sp>
        <p:nvSpPr>
          <p:cNvPr id="8" name="Google Shape;646;gf9645b2320_6_610">
            <a:extLst>
              <a:ext uri="{FF2B5EF4-FFF2-40B4-BE49-F238E27FC236}">
                <a16:creationId xmlns:a16="http://schemas.microsoft.com/office/drawing/2014/main" id="{50DCB0A5-F18B-D2CB-24A5-F43E255AA054}"/>
              </a:ext>
            </a:extLst>
          </p:cNvPr>
          <p:cNvSpPr txBox="1"/>
          <p:nvPr/>
        </p:nvSpPr>
        <p:spPr>
          <a:xfrm>
            <a:off x="3156597" y="2499582"/>
            <a:ext cx="2846789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3BF4A5-E9B2-F1FC-4A9F-241324AD5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9" y="3005345"/>
            <a:ext cx="297180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3458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70B337-5083-4C0A-88D3-FBF4B1B760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41C8AA-C8DC-4FBD-8AE1-B78BD174F2CD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4040dfa8-117b-4bd2-b9a9-a5a7d75514fe"/>
    <ds:schemaRef ds:uri="http://purl.org/dc/terms/"/>
    <ds:schemaRef ds:uri="http://schemas.microsoft.com/office/2006/documentManagement/types"/>
    <ds:schemaRef ds:uri="http://schemas.microsoft.com/office/infopath/2007/PartnerControls"/>
    <ds:schemaRef ds:uri="11a6046c-63f1-4c80-a521-ef7ae251e897"/>
  </ds:schemaRefs>
</ds:datastoreItem>
</file>

<file path=customXml/itemProps3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7315</TotalTime>
  <Words>637</Words>
  <Application>Microsoft Macintosh PowerPoint</Application>
  <PresentationFormat>Широкоэкранный</PresentationFormat>
  <Paragraphs>109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Times New Roman</vt:lpstr>
      <vt:lpstr>Тема Office</vt:lpstr>
      <vt:lpstr>ООО «Петерформ»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«Ферроприбор»  Санкт-Петербург</dc:title>
  <dc:creator>Левкина Наталья</dc:creator>
  <cp:lastModifiedBy>Слиньков Александр</cp:lastModifiedBy>
  <cp:revision>134</cp:revision>
  <dcterms:created xsi:type="dcterms:W3CDTF">2021-08-02T16:17:08Z</dcterms:created>
  <dcterms:modified xsi:type="dcterms:W3CDTF">2025-08-18T04:24:45Z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